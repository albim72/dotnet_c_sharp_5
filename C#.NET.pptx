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7" r:id="rId2"/>
    <p:sldId id="343" r:id="rId3"/>
    <p:sldId id="392" r:id="rId4"/>
    <p:sldId id="393" r:id="rId5"/>
    <p:sldId id="394" r:id="rId6"/>
    <p:sldId id="395" r:id="rId7"/>
    <p:sldId id="446" r:id="rId8"/>
    <p:sldId id="447" r:id="rId9"/>
    <p:sldId id="367" r:id="rId10"/>
    <p:sldId id="376" r:id="rId11"/>
    <p:sldId id="344" r:id="rId12"/>
    <p:sldId id="377" r:id="rId13"/>
    <p:sldId id="378" r:id="rId14"/>
    <p:sldId id="389" r:id="rId15"/>
    <p:sldId id="390" r:id="rId16"/>
    <p:sldId id="387" r:id="rId17"/>
    <p:sldId id="391" r:id="rId18"/>
    <p:sldId id="448" r:id="rId19"/>
    <p:sldId id="449" r:id="rId20"/>
    <p:sldId id="450" r:id="rId21"/>
    <p:sldId id="451" r:id="rId22"/>
    <p:sldId id="396" r:id="rId23"/>
    <p:sldId id="397" r:id="rId24"/>
    <p:sldId id="398" r:id="rId25"/>
    <p:sldId id="399" r:id="rId26"/>
    <p:sldId id="386" r:id="rId27"/>
    <p:sldId id="388" r:id="rId28"/>
    <p:sldId id="401" r:id="rId29"/>
    <p:sldId id="374" r:id="rId30"/>
    <p:sldId id="375" r:id="rId31"/>
    <p:sldId id="402" r:id="rId32"/>
    <p:sldId id="403" r:id="rId33"/>
    <p:sldId id="361" r:id="rId34"/>
    <p:sldId id="362" r:id="rId35"/>
    <p:sldId id="363" r:id="rId36"/>
    <p:sldId id="364" r:id="rId37"/>
    <p:sldId id="365" r:id="rId38"/>
    <p:sldId id="366" r:id="rId39"/>
    <p:sldId id="452" r:id="rId40"/>
    <p:sldId id="368" r:id="rId41"/>
    <p:sldId id="369" r:id="rId42"/>
    <p:sldId id="370" r:id="rId43"/>
    <p:sldId id="371" r:id="rId44"/>
    <p:sldId id="372" r:id="rId45"/>
    <p:sldId id="373" r:id="rId46"/>
    <p:sldId id="453" r:id="rId47"/>
    <p:sldId id="381" r:id="rId48"/>
    <p:sldId id="382" r:id="rId49"/>
    <p:sldId id="383" r:id="rId50"/>
    <p:sldId id="454" r:id="rId51"/>
    <p:sldId id="455" r:id="rId52"/>
    <p:sldId id="456" r:id="rId53"/>
    <p:sldId id="335" r:id="rId54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7E"/>
    <a:srgbClr val="192D5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Styl pośredni 3 — Ak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Styl ciemny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Styl jasny 2 — Ak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62" y="3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26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89E5-94A8-4BFB-AF5D-63776A689619}" type="datetimeFigureOut">
              <a:rPr lang="pl-PL" smtClean="0"/>
              <a:pPr/>
              <a:t>27.05.2020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3A5B-E496-450D-9999-935F27616874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285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F5C40-7709-7D40-B47A-8508ED5FE75B}" type="datetimeFigureOut">
              <a:rPr lang="pl-PL" smtClean="0"/>
              <a:pPr/>
              <a:t>27.05.2020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14D64-BFD3-464E-8A52-07B4CA58294A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624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14D64-BFD3-464E-8A52-07B4CA58294A}" type="slidenum">
              <a:rPr lang="pl-PL" smtClean="0"/>
              <a:pPr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1061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14D64-BFD3-464E-8A52-07B4CA58294A}" type="slidenum">
              <a:rPr lang="pl-PL" smtClean="0"/>
              <a:pPr/>
              <a:t>53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74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0" y="2535161"/>
            <a:ext cx="9144000" cy="2608338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Tytuł 1"/>
          <p:cNvSpPr>
            <a:spLocks noGrp="1"/>
          </p:cNvSpPr>
          <p:nvPr>
            <p:ph type="ctrTitle" hasCustomPrompt="1"/>
          </p:nvPr>
        </p:nvSpPr>
        <p:spPr>
          <a:xfrm>
            <a:off x="457199" y="2535161"/>
            <a:ext cx="8229599" cy="1026962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INSTERT TITLE </a:t>
            </a:r>
            <a:br>
              <a:rPr lang="pl-PL" dirty="0"/>
            </a:br>
            <a:r>
              <a:rPr lang="en-US" dirty="0"/>
              <a:t>OF THE PRESENTATION</a:t>
            </a:r>
            <a:endParaRPr lang="pl-PL" dirty="0"/>
          </a:p>
        </p:txBody>
      </p:sp>
      <p:sp>
        <p:nvSpPr>
          <p:cNvPr id="9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199" y="3562123"/>
            <a:ext cx="8229599" cy="549693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2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INSERT SUBTITLE OF THE PRESENTATION</a:t>
            </a:r>
          </a:p>
        </p:txBody>
      </p:sp>
      <p:sp>
        <p:nvSpPr>
          <p:cNvPr id="10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219200" cy="2746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lang="pl-PL" sz="9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2CBB02E-943C-4C46-9B21-33621668B686}" type="datetimeFigureOut">
              <a:rPr lang="pl-PL" smtClean="0"/>
              <a:pPr/>
              <a:t>27.05.2020</a:t>
            </a:fld>
            <a:endParaRPr lang="pl-PL" dirty="0"/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6" name="Symbol zastępczy tekstu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111816"/>
            <a:ext cx="4000500" cy="295466"/>
          </a:xfrm>
          <a:noFill/>
        </p:spPr>
        <p:txBody>
          <a:bodyPr wrap="square" lIns="0" rIns="0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baseline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defRPr lang="pl-PL" sz="1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First </a:t>
            </a:r>
            <a:r>
              <a:rPr lang="pl-PL" dirty="0" err="1"/>
              <a:t>Name</a:t>
            </a:r>
            <a:r>
              <a:rPr lang="pl-PL" dirty="0"/>
              <a:t> and </a:t>
            </a:r>
            <a:r>
              <a:rPr lang="pl-PL" dirty="0" err="1"/>
              <a:t>Surname</a:t>
            </a:r>
            <a:endParaRPr lang="pl-PL" dirty="0"/>
          </a:p>
        </p:txBody>
      </p:sp>
      <p:sp>
        <p:nvSpPr>
          <p:cNvPr id="17" name="Symbol zastępczy tekstu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07282"/>
            <a:ext cx="4000500" cy="295466"/>
          </a:xfrm>
          <a:noFill/>
        </p:spPr>
        <p:txBody>
          <a:bodyPr wrap="square" lIns="0" rIns="0" rtlCol="0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0" kern="1200" baseline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defRPr lang="pl-PL" sz="1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Position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9247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itle slide to print">
    <p:bg>
      <p:bgPr>
        <a:blipFill dpi="0" rotWithShape="1">
          <a:blip r:embed="rId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0" y="2535161"/>
            <a:ext cx="9144000" cy="2608338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199" y="3562123"/>
            <a:ext cx="8229599" cy="549693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200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INSERT SUBTITLE OF THE PRESENTATION</a:t>
            </a:r>
          </a:p>
        </p:txBody>
      </p:sp>
      <p:sp>
        <p:nvSpPr>
          <p:cNvPr id="10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219200" cy="2746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lang="pl-PL" sz="9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2CBB02E-943C-4C46-9B21-33621668B686}" type="datetimeFigureOut">
              <a:rPr lang="en-GB" smtClean="0"/>
              <a:pPr/>
              <a:t>27/05/2020</a:t>
            </a:fld>
            <a:endParaRPr lang="en-GB" dirty="0"/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6"/>
          </a:xfrm>
          <a:prstGeom prst="rect">
            <a:avLst/>
          </a:prstGeom>
        </p:spPr>
      </p:pic>
      <p:sp>
        <p:nvSpPr>
          <p:cNvPr id="16" name="Symbol zastępczy tekstu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111816"/>
            <a:ext cx="4000500" cy="295466"/>
          </a:xfrm>
          <a:noFill/>
        </p:spPr>
        <p:txBody>
          <a:bodyPr wrap="square" lIns="0" rIns="0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baseline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defRPr lang="pl-PL" sz="1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First </a:t>
            </a:r>
            <a:r>
              <a:rPr lang="pl-PL" dirty="0" err="1"/>
              <a:t>Name</a:t>
            </a:r>
            <a:r>
              <a:rPr lang="pl-PL" dirty="0"/>
              <a:t> and </a:t>
            </a:r>
            <a:r>
              <a:rPr lang="pl-PL" dirty="0" err="1"/>
              <a:t>Surname</a:t>
            </a:r>
            <a:endParaRPr lang="pl-PL" dirty="0"/>
          </a:p>
        </p:txBody>
      </p:sp>
      <p:sp>
        <p:nvSpPr>
          <p:cNvPr id="17" name="Symbol zastępczy tekstu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407282"/>
            <a:ext cx="4000500" cy="295466"/>
          </a:xfrm>
          <a:noFill/>
        </p:spPr>
        <p:txBody>
          <a:bodyPr wrap="square" lIns="0" rIns="0" rtlCol="0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0" kern="1200" baseline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defRPr lang="pl-PL" sz="12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defRPr lang="pl-PL" sz="12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dna 1">
    <p:bg>
      <p:bgPr>
        <a:blipFill dpi="0" rotWithShape="1">
          <a:blip r:embed="rId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Obraz 3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4" name="Prostokąt 23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690916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AGENDA</a:t>
            </a:r>
            <a:endParaRPr lang="en-US" dirty="0"/>
          </a:p>
        </p:txBody>
      </p:sp>
      <p:sp>
        <p:nvSpPr>
          <p:cNvPr id="22" name="Symbol zastępczy tekstu 38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224716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23" name="Symbol zastępczy tekstu 38"/>
          <p:cNvSpPr>
            <a:spLocks noGrp="1"/>
          </p:cNvSpPr>
          <p:nvPr>
            <p:ph type="body" sz="quarter" idx="10" hasCustomPrompt="1"/>
          </p:nvPr>
        </p:nvSpPr>
        <p:spPr>
          <a:xfrm>
            <a:off x="1581528" y="1224716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5" name="Symbol zastępczy tekstu 38"/>
          <p:cNvSpPr>
            <a:spLocks noGrp="1"/>
          </p:cNvSpPr>
          <p:nvPr>
            <p:ph type="body" sz="quarter" idx="30" hasCustomPrompt="1"/>
          </p:nvPr>
        </p:nvSpPr>
        <p:spPr>
          <a:xfrm>
            <a:off x="1581528" y="1595792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6" name="Symbol zastępczy tekstu 38"/>
          <p:cNvSpPr>
            <a:spLocks noGrp="1"/>
          </p:cNvSpPr>
          <p:nvPr>
            <p:ph type="body" sz="quarter" idx="31" hasCustomPrompt="1"/>
          </p:nvPr>
        </p:nvSpPr>
        <p:spPr>
          <a:xfrm>
            <a:off x="1581528" y="1966868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7" name="Symbol zastępczy tekstu 38"/>
          <p:cNvSpPr>
            <a:spLocks noGrp="1"/>
          </p:cNvSpPr>
          <p:nvPr>
            <p:ph type="body" sz="quarter" idx="32" hasCustomPrompt="1"/>
          </p:nvPr>
        </p:nvSpPr>
        <p:spPr>
          <a:xfrm>
            <a:off x="1581528" y="2337944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8" name="Symbol zastępczy tekstu 38"/>
          <p:cNvSpPr>
            <a:spLocks noGrp="1"/>
          </p:cNvSpPr>
          <p:nvPr>
            <p:ph type="body" sz="quarter" idx="33" hasCustomPrompt="1"/>
          </p:nvPr>
        </p:nvSpPr>
        <p:spPr>
          <a:xfrm>
            <a:off x="1581528" y="2709020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9" name="Symbol zastępczy tekstu 38"/>
          <p:cNvSpPr>
            <a:spLocks noGrp="1"/>
          </p:cNvSpPr>
          <p:nvPr>
            <p:ph type="body" sz="quarter" idx="34" hasCustomPrompt="1"/>
          </p:nvPr>
        </p:nvSpPr>
        <p:spPr>
          <a:xfrm>
            <a:off x="1581528" y="3080096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30" name="Symbol zastępczy tekstu 38"/>
          <p:cNvSpPr>
            <a:spLocks noGrp="1"/>
          </p:cNvSpPr>
          <p:nvPr>
            <p:ph type="body" sz="quarter" idx="35" hasCustomPrompt="1"/>
          </p:nvPr>
        </p:nvSpPr>
        <p:spPr>
          <a:xfrm>
            <a:off x="1581528" y="3451172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32" name="Symbol zastępczy tekstu 38"/>
          <p:cNvSpPr>
            <a:spLocks noGrp="1"/>
          </p:cNvSpPr>
          <p:nvPr>
            <p:ph type="body" sz="quarter" idx="36" hasCustomPrompt="1"/>
          </p:nvPr>
        </p:nvSpPr>
        <p:spPr>
          <a:xfrm>
            <a:off x="1581528" y="3822248"/>
            <a:ext cx="7105272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33" name="Symbol zastępczy tekstu 38"/>
          <p:cNvSpPr>
            <a:spLocks noGrp="1"/>
          </p:cNvSpPr>
          <p:nvPr>
            <p:ph type="body" sz="quarter" idx="37" hasCustomPrompt="1"/>
          </p:nvPr>
        </p:nvSpPr>
        <p:spPr>
          <a:xfrm>
            <a:off x="457200" y="1595792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4" name="Symbol zastępczy tekstu 38"/>
          <p:cNvSpPr>
            <a:spLocks noGrp="1"/>
          </p:cNvSpPr>
          <p:nvPr>
            <p:ph type="body" sz="quarter" idx="38" hasCustomPrompt="1"/>
          </p:nvPr>
        </p:nvSpPr>
        <p:spPr>
          <a:xfrm>
            <a:off x="457200" y="1963419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5" name="Symbol zastępczy tekstu 38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2334495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6" name="Symbol zastępczy tekstu 38"/>
          <p:cNvSpPr>
            <a:spLocks noGrp="1"/>
          </p:cNvSpPr>
          <p:nvPr>
            <p:ph type="body" sz="quarter" idx="40" hasCustomPrompt="1"/>
          </p:nvPr>
        </p:nvSpPr>
        <p:spPr>
          <a:xfrm>
            <a:off x="457199" y="2711073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7" name="Symbol zastępczy tekstu 38"/>
          <p:cNvSpPr>
            <a:spLocks noGrp="1"/>
          </p:cNvSpPr>
          <p:nvPr>
            <p:ph type="body" sz="quarter" idx="41" hasCustomPrompt="1"/>
          </p:nvPr>
        </p:nvSpPr>
        <p:spPr>
          <a:xfrm>
            <a:off x="457199" y="3075712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8" name="Symbol zastępczy tekstu 38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3451707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  <p:sp>
        <p:nvSpPr>
          <p:cNvPr id="39" name="Symbol zastępczy tekstu 38"/>
          <p:cNvSpPr>
            <a:spLocks noGrp="1"/>
          </p:cNvSpPr>
          <p:nvPr>
            <p:ph type="body" sz="quarter" idx="43" hasCustomPrompt="1"/>
          </p:nvPr>
        </p:nvSpPr>
        <p:spPr>
          <a:xfrm>
            <a:off x="457200" y="3816346"/>
            <a:ext cx="1020039" cy="295466"/>
          </a:xfrm>
          <a:noFill/>
        </p:spPr>
        <p:txBody>
          <a:bodyPr wrap="square" rtlCol="0" anchor="ctr">
            <a:spAutoFit/>
          </a:bodyPr>
          <a:lstStyle>
            <a:lvl1pPr marL="0" algn="r" defTabSz="457200" rtl="0" eaLnBrk="1" latinLnBrk="0" hangingPunct="1">
              <a:lnSpc>
                <a:spcPct val="110000"/>
              </a:lnSpc>
              <a:buNone/>
              <a:defRPr lang="pl-PL" sz="1200" b="0" kern="1200" baseline="0" dirty="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00:00-00:00</a:t>
            </a:r>
          </a:p>
        </p:txBody>
      </p:sp>
    </p:spTree>
    <p:extLst>
      <p:ext uri="{BB962C8B-B14F-4D97-AF65-F5344CB8AC3E}">
        <p14:creationId xmlns:p14="http://schemas.microsoft.com/office/powerpoint/2010/main" val="61732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dna 2">
    <p:bg>
      <p:bgPr>
        <a:blipFill dpi="0" rotWithShape="1">
          <a:blip r:embed="rId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ymbol zastępczy tekstu 38"/>
          <p:cNvSpPr>
            <a:spLocks noGrp="1"/>
          </p:cNvSpPr>
          <p:nvPr>
            <p:ph type="body" sz="quarter" idx="10" hasCustomPrompt="1"/>
          </p:nvPr>
        </p:nvSpPr>
        <p:spPr>
          <a:xfrm>
            <a:off x="477509" y="1157643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45" name="Symbol zastępczy tekstu 38"/>
          <p:cNvSpPr>
            <a:spLocks noGrp="1"/>
          </p:cNvSpPr>
          <p:nvPr>
            <p:ph type="body" sz="quarter" idx="14" hasCustomPrompt="1"/>
          </p:nvPr>
        </p:nvSpPr>
        <p:spPr>
          <a:xfrm>
            <a:off x="475589" y="1868442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51" name="Symbol zastępczy tekstu 38"/>
          <p:cNvSpPr>
            <a:spLocks noGrp="1"/>
          </p:cNvSpPr>
          <p:nvPr>
            <p:ph type="body" sz="quarter" idx="17" hasCustomPrompt="1"/>
          </p:nvPr>
        </p:nvSpPr>
        <p:spPr>
          <a:xfrm>
            <a:off x="477509" y="2613000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54" name="Symbol zastępczy tekstu 38"/>
          <p:cNvSpPr>
            <a:spLocks noGrp="1"/>
          </p:cNvSpPr>
          <p:nvPr>
            <p:ph type="body" sz="quarter" idx="20" hasCustomPrompt="1"/>
          </p:nvPr>
        </p:nvSpPr>
        <p:spPr>
          <a:xfrm>
            <a:off x="477493" y="3360775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57" name="Symbol zastępczy tekstu 38"/>
          <p:cNvSpPr>
            <a:spLocks noGrp="1"/>
          </p:cNvSpPr>
          <p:nvPr>
            <p:ph type="body" sz="quarter" idx="23" hasCustomPrompt="1"/>
          </p:nvPr>
        </p:nvSpPr>
        <p:spPr>
          <a:xfrm>
            <a:off x="477493" y="4090959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pic>
        <p:nvPicPr>
          <p:cNvPr id="31" name="Obraz 3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5" name="Prostokąt 14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8792"/>
            <a:ext cx="8229600" cy="693074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AGENDA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dna 3">
    <p:bg>
      <p:bgPr>
        <a:blipFill dpi="0" rotWithShape="1">
          <a:blip r:embed="rId2" cstate="screen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ymbol zastępczy tekstu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036302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45" name="Symbol zastępczy tekstu 38"/>
          <p:cNvSpPr>
            <a:spLocks noGrp="1"/>
          </p:cNvSpPr>
          <p:nvPr>
            <p:ph type="body" sz="quarter" idx="14" hasCustomPrompt="1"/>
          </p:nvPr>
        </p:nvSpPr>
        <p:spPr>
          <a:xfrm>
            <a:off x="455280" y="1405979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pic>
        <p:nvPicPr>
          <p:cNvPr id="31" name="Obraz 3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2122" y="4717359"/>
            <a:ext cx="800100" cy="122537"/>
          </a:xfrm>
          <a:prstGeom prst="rect">
            <a:avLst/>
          </a:prstGeom>
        </p:spPr>
      </p:pic>
      <p:sp>
        <p:nvSpPr>
          <p:cNvPr id="9" name="Symbol zastępczy tekstu 38"/>
          <p:cNvSpPr>
            <a:spLocks noGrp="1"/>
          </p:cNvSpPr>
          <p:nvPr>
            <p:ph type="body" sz="quarter" idx="26" hasCustomPrompt="1"/>
          </p:nvPr>
        </p:nvSpPr>
        <p:spPr>
          <a:xfrm>
            <a:off x="455280" y="1775656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0" name="Symbol zastępczy tekstu 38"/>
          <p:cNvSpPr>
            <a:spLocks noGrp="1"/>
          </p:cNvSpPr>
          <p:nvPr>
            <p:ph type="body" sz="quarter" idx="27" hasCustomPrompt="1"/>
          </p:nvPr>
        </p:nvSpPr>
        <p:spPr>
          <a:xfrm>
            <a:off x="453360" y="2145333"/>
            <a:ext cx="7965038" cy="279757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3" name="Symbol zastępczy tekstu 38"/>
          <p:cNvSpPr>
            <a:spLocks noGrp="1"/>
          </p:cNvSpPr>
          <p:nvPr>
            <p:ph type="body" sz="quarter" idx="28" hasCustomPrompt="1"/>
          </p:nvPr>
        </p:nvSpPr>
        <p:spPr>
          <a:xfrm>
            <a:off x="459104" y="2499301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4" name="Symbol zastępczy tekstu 38"/>
          <p:cNvSpPr>
            <a:spLocks noGrp="1"/>
          </p:cNvSpPr>
          <p:nvPr>
            <p:ph type="body" sz="quarter" idx="29" hasCustomPrompt="1"/>
          </p:nvPr>
        </p:nvSpPr>
        <p:spPr>
          <a:xfrm>
            <a:off x="457184" y="2868978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5" name="Symbol zastępczy tekstu 38"/>
          <p:cNvSpPr>
            <a:spLocks noGrp="1"/>
          </p:cNvSpPr>
          <p:nvPr>
            <p:ph type="body" sz="quarter" idx="30" hasCustomPrompt="1"/>
          </p:nvPr>
        </p:nvSpPr>
        <p:spPr>
          <a:xfrm>
            <a:off x="461024" y="3238655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6" name="Symbol zastępczy tekstu 38"/>
          <p:cNvSpPr>
            <a:spLocks noGrp="1"/>
          </p:cNvSpPr>
          <p:nvPr>
            <p:ph type="body" sz="quarter" idx="31" hasCustomPrompt="1"/>
          </p:nvPr>
        </p:nvSpPr>
        <p:spPr>
          <a:xfrm>
            <a:off x="459104" y="3608332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7" name="Symbol zastępczy tekstu 38"/>
          <p:cNvSpPr>
            <a:spLocks noGrp="1"/>
          </p:cNvSpPr>
          <p:nvPr>
            <p:ph type="body" sz="quarter" idx="32" hasCustomPrompt="1"/>
          </p:nvPr>
        </p:nvSpPr>
        <p:spPr>
          <a:xfrm>
            <a:off x="462944" y="3978009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8" name="Symbol zastępczy tekstu 38"/>
          <p:cNvSpPr>
            <a:spLocks noGrp="1"/>
          </p:cNvSpPr>
          <p:nvPr>
            <p:ph type="body" sz="quarter" idx="33" hasCustomPrompt="1"/>
          </p:nvPr>
        </p:nvSpPr>
        <p:spPr>
          <a:xfrm>
            <a:off x="461024" y="4347686"/>
            <a:ext cx="7965038" cy="295466"/>
          </a:xfrm>
          <a:noFill/>
        </p:spPr>
        <p:txBody>
          <a:bodyPr wrap="square" rtlCol="0" anchor="b">
            <a:spAutoFit/>
          </a:bodyPr>
          <a:lstStyle>
            <a:lvl1pPr marL="0" algn="l" defTabSz="457200" rtl="0" eaLnBrk="1" latinLnBrk="0" hangingPunct="1">
              <a:lnSpc>
                <a:spcPct val="110000"/>
              </a:lnSpc>
              <a:buNone/>
              <a:defRPr lang="pl-PL" sz="1200" b="1" kern="1200" smtClean="0">
                <a:solidFill>
                  <a:srgbClr val="26437E"/>
                </a:solidFill>
                <a:latin typeface="+mn-lt"/>
                <a:ea typeface="+mn-ea"/>
                <a:cs typeface="+mn-cs"/>
              </a:defRPr>
            </a:lvl1pPr>
            <a:lvl2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0" algn="l" defTabSz="457200" rtl="0" eaLnBrk="1" latinLnBrk="0" hangingPunct="1">
              <a:lnSpc>
                <a:spcPct val="110000"/>
              </a:lnSpc>
              <a:buNone/>
              <a:defRPr lang="pl-PL" sz="900" b="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0" algn="l" defTabSz="457200" rtl="0" eaLnBrk="1" latinLnBrk="0" hangingPunct="1">
              <a:lnSpc>
                <a:spcPct val="110000"/>
              </a:lnSpc>
              <a:buNone/>
              <a:defRPr lang="pl-PL" sz="900" b="0" kern="1200" dirty="0" err="1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25" name="Prostokąt 24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98403"/>
            <a:ext cx="8229600" cy="703463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5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0" y="1911350"/>
            <a:ext cx="9144000" cy="3232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/>
          <p:cNvSpPr/>
          <p:nvPr userDrawn="1"/>
        </p:nvSpPr>
        <p:spPr>
          <a:xfrm flipV="1">
            <a:off x="0" y="1911349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3786182" y="857249"/>
            <a:ext cx="1638300" cy="163830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>
                <a:alpha val="3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600" dirty="0">
                <a:solidFill>
                  <a:srgbClr val="BFBFBF"/>
                </a:solidFill>
              </a:defRPr>
            </a:lvl1pPr>
          </a:lstStyle>
          <a:p>
            <a:r>
              <a:rPr lang="pl-PL" dirty="0"/>
              <a:t>PICTURE</a:t>
            </a:r>
          </a:p>
        </p:txBody>
      </p:sp>
      <p:sp>
        <p:nvSpPr>
          <p:cNvPr id="22" name="Symbol zastępczy tekstu 15"/>
          <p:cNvSpPr>
            <a:spLocks noGrp="1"/>
          </p:cNvSpPr>
          <p:nvPr>
            <p:ph type="body" sz="quarter" idx="12" hasCustomPrompt="1"/>
          </p:nvPr>
        </p:nvSpPr>
        <p:spPr>
          <a:xfrm>
            <a:off x="3084116" y="4513263"/>
            <a:ext cx="2975769" cy="363537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 baseline="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</a:defRPr>
            </a:lvl2pPr>
            <a:lvl3pPr marL="914400" indent="0">
              <a:buNone/>
              <a:defRPr sz="1050">
                <a:solidFill>
                  <a:schemeClr val="tx2"/>
                </a:solidFill>
              </a:defRPr>
            </a:lvl3pPr>
            <a:lvl4pPr marL="1371600" indent="0">
              <a:buNone/>
              <a:defRPr sz="1000">
                <a:solidFill>
                  <a:schemeClr val="tx2"/>
                </a:solidFill>
              </a:defRPr>
            </a:lvl4pPr>
            <a:lvl5pPr marL="1828800" indent="0">
              <a:buNone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dirty="0" err="1"/>
              <a:t>If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want insert link for </a:t>
            </a:r>
            <a:r>
              <a:rPr lang="pl-PL" dirty="0" err="1"/>
              <a:t>social</a:t>
            </a:r>
            <a:r>
              <a:rPr lang="pl-PL" dirty="0"/>
              <a:t> media profile </a:t>
            </a:r>
          </a:p>
          <a:p>
            <a:pPr lvl="0"/>
            <a:r>
              <a:rPr lang="pl-PL" dirty="0" err="1"/>
              <a:t>e.g</a:t>
            </a:r>
            <a:r>
              <a:rPr lang="pl-PL" dirty="0"/>
              <a:t>.: </a:t>
            </a:r>
            <a:r>
              <a:rPr lang="pl-PL" dirty="0" err="1"/>
              <a:t>twitter.com/comarc</a:t>
            </a:r>
            <a:r>
              <a:rPr lang="pl-PL" dirty="0"/>
              <a:t>h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3" name="Symbol zastępczy numeru slajdu 5"/>
          <p:cNvSpPr>
            <a:spLocks noGrp="1"/>
          </p:cNvSpPr>
          <p:nvPr>
            <p:ph type="sldNum" sz="quarter" idx="29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7" name="Tytuł 1"/>
          <p:cNvSpPr>
            <a:spLocks noGrp="1"/>
          </p:cNvSpPr>
          <p:nvPr>
            <p:ph type="ctrTitle" hasCustomPrompt="1"/>
          </p:nvPr>
        </p:nvSpPr>
        <p:spPr>
          <a:xfrm>
            <a:off x="641350" y="2568574"/>
            <a:ext cx="7861300" cy="386116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1600" b="1" baseline="0">
                <a:solidFill>
                  <a:srgbClr val="009DE0"/>
                </a:solidFill>
              </a:defRPr>
            </a:lvl1pPr>
          </a:lstStyle>
          <a:p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first </a:t>
            </a:r>
            <a:r>
              <a:rPr lang="pl-PL" dirty="0" err="1"/>
              <a:t>name</a:t>
            </a:r>
            <a:r>
              <a:rPr lang="pl-PL" dirty="0"/>
              <a:t> and </a:t>
            </a:r>
            <a:r>
              <a:rPr lang="pl-PL" dirty="0" err="1"/>
              <a:t>surname</a:t>
            </a:r>
            <a:endParaRPr lang="pl-PL" dirty="0"/>
          </a:p>
        </p:txBody>
      </p:sp>
      <p:sp>
        <p:nvSpPr>
          <p:cNvPr id="18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641350" y="2971386"/>
            <a:ext cx="7861300" cy="335575"/>
          </a:xfrm>
        </p:spPr>
        <p:txBody>
          <a:bodyPr>
            <a:normAutofit/>
          </a:bodyPr>
          <a:lstStyle>
            <a:lvl1pPr marL="0" indent="0" algn="ctr">
              <a:buNone/>
              <a:defRPr sz="1300" b="0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Insert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9" name="Symbol zastępczy tekstu 8"/>
          <p:cNvSpPr>
            <a:spLocks noGrp="1"/>
          </p:cNvSpPr>
          <p:nvPr>
            <p:ph type="body" sz="quarter" idx="11" hasCustomPrompt="1"/>
          </p:nvPr>
        </p:nvSpPr>
        <p:spPr>
          <a:xfrm>
            <a:off x="641350" y="3340100"/>
            <a:ext cx="7861300" cy="1098550"/>
          </a:xfrm>
        </p:spPr>
        <p:txBody>
          <a:bodyPr>
            <a:noAutofit/>
          </a:bodyPr>
          <a:lstStyle>
            <a:lvl1pPr marL="0" indent="0" algn="ctr">
              <a:buNone/>
              <a:defRPr lang="pl-PL" sz="1000" b="0" kern="1200" baseline="0" dirty="0" smtClean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900">
                <a:solidFill>
                  <a:srgbClr val="FFFFFF"/>
                </a:solidFill>
              </a:defRPr>
            </a:lvl2pPr>
            <a:lvl3pPr marL="914400" indent="0">
              <a:buNone/>
              <a:defRPr sz="900">
                <a:solidFill>
                  <a:srgbClr val="FFFFFF"/>
                </a:solidFill>
              </a:defRPr>
            </a:lvl3pPr>
            <a:lvl4pPr marL="1371600" indent="0">
              <a:buNone/>
              <a:defRPr sz="900">
                <a:solidFill>
                  <a:srgbClr val="FFFFFF"/>
                </a:solidFill>
              </a:defRPr>
            </a:lvl4pPr>
            <a:lvl5pPr marL="1828800" indent="0">
              <a:buNone/>
              <a:defRPr sz="900">
                <a:solidFill>
                  <a:srgbClr val="FFFFFF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7133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0" y="1911350"/>
            <a:ext cx="9144000" cy="3232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rostokąt 28"/>
          <p:cNvSpPr/>
          <p:nvPr userDrawn="1"/>
        </p:nvSpPr>
        <p:spPr>
          <a:xfrm flipV="1">
            <a:off x="0" y="1911349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3786182" y="857249"/>
            <a:ext cx="1638300" cy="163830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>
                <a:alpha val="3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600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pl-PL" dirty="0"/>
              <a:t>PICTURE</a:t>
            </a:r>
          </a:p>
        </p:txBody>
      </p:sp>
      <p:sp>
        <p:nvSpPr>
          <p:cNvPr id="22" name="Symbol zastępczy tekstu 15"/>
          <p:cNvSpPr>
            <a:spLocks noGrp="1"/>
          </p:cNvSpPr>
          <p:nvPr>
            <p:ph type="body" sz="quarter" idx="12" hasCustomPrompt="1"/>
          </p:nvPr>
        </p:nvSpPr>
        <p:spPr>
          <a:xfrm>
            <a:off x="3084116" y="4513263"/>
            <a:ext cx="2975769" cy="363537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 baseline="0">
                <a:solidFill>
                  <a:schemeClr val="tx2"/>
                </a:solidFill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</a:defRPr>
            </a:lvl2pPr>
            <a:lvl3pPr marL="914400" indent="0">
              <a:buNone/>
              <a:defRPr sz="1050">
                <a:solidFill>
                  <a:schemeClr val="tx2"/>
                </a:solidFill>
              </a:defRPr>
            </a:lvl3pPr>
            <a:lvl4pPr marL="1371600" indent="0">
              <a:buNone/>
              <a:defRPr sz="1000">
                <a:solidFill>
                  <a:schemeClr val="tx2"/>
                </a:solidFill>
              </a:defRPr>
            </a:lvl4pPr>
            <a:lvl5pPr marL="1828800" indent="0">
              <a:buNone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dirty="0" err="1"/>
              <a:t>If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want insert link for </a:t>
            </a:r>
            <a:r>
              <a:rPr lang="pl-PL" dirty="0" err="1"/>
              <a:t>social</a:t>
            </a:r>
            <a:r>
              <a:rPr lang="pl-PL" dirty="0"/>
              <a:t> media profile </a:t>
            </a:r>
          </a:p>
          <a:p>
            <a:pPr lvl="0"/>
            <a:r>
              <a:rPr lang="pl-PL" dirty="0" err="1"/>
              <a:t>e.g</a:t>
            </a:r>
            <a:r>
              <a:rPr lang="pl-PL" dirty="0"/>
              <a:t>.: </a:t>
            </a:r>
            <a:r>
              <a:rPr lang="pl-PL" dirty="0" err="1"/>
              <a:t>twitter.com/comarc</a:t>
            </a:r>
            <a:r>
              <a:rPr lang="pl-PL" dirty="0"/>
              <a:t>h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3" name="Symbol zastępczy numeru slajdu 5"/>
          <p:cNvSpPr>
            <a:spLocks noGrp="1"/>
          </p:cNvSpPr>
          <p:nvPr>
            <p:ph type="sldNum" sz="quarter" idx="29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4" name="Symbol zastępczy obrazu 3"/>
          <p:cNvSpPr>
            <a:spLocks noGrp="1"/>
          </p:cNvSpPr>
          <p:nvPr>
            <p:ph type="pic" sz="quarter" idx="32" hasCustomPrompt="1"/>
          </p:nvPr>
        </p:nvSpPr>
        <p:spPr>
          <a:xfrm>
            <a:off x="714348" y="857249"/>
            <a:ext cx="1638300" cy="163830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>
                <a:alpha val="3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600" dirty="0">
                <a:solidFill>
                  <a:srgbClr val="BFBFBF"/>
                </a:solidFill>
              </a:defRPr>
            </a:lvl1pPr>
          </a:lstStyle>
          <a:p>
            <a:r>
              <a:rPr lang="pl-PL" dirty="0"/>
              <a:t>PICTURE</a:t>
            </a:r>
          </a:p>
        </p:txBody>
      </p:sp>
      <p:sp>
        <p:nvSpPr>
          <p:cNvPr id="25" name="Symbol zastępczy obrazu 3"/>
          <p:cNvSpPr>
            <a:spLocks noGrp="1"/>
          </p:cNvSpPr>
          <p:nvPr>
            <p:ph type="pic" sz="quarter" idx="33" hasCustomPrompt="1"/>
          </p:nvPr>
        </p:nvSpPr>
        <p:spPr>
          <a:xfrm>
            <a:off x="6794500" y="857249"/>
            <a:ext cx="1638300" cy="163830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bg1">
                <a:alpha val="3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lang="pl-PL" sz="1600" dirty="0">
                <a:solidFill>
                  <a:srgbClr val="BFBFBF"/>
                </a:solidFill>
              </a:defRPr>
            </a:lvl1pPr>
          </a:lstStyle>
          <a:p>
            <a:r>
              <a:rPr lang="pl-PL" dirty="0"/>
              <a:t>PICTURE</a:t>
            </a:r>
          </a:p>
        </p:txBody>
      </p:sp>
      <p:sp>
        <p:nvSpPr>
          <p:cNvPr id="3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723900" y="2663026"/>
            <a:ext cx="1638300" cy="285750"/>
          </a:xfrm>
        </p:spPr>
        <p:txBody>
          <a:bodyPr anchor="t">
            <a:noAutofit/>
          </a:bodyPr>
          <a:lstStyle>
            <a:lvl1pPr marL="0" indent="0" algn="ctr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pl-PL" sz="1600" b="1" kern="1200" baseline="0" dirty="0">
                <a:solidFill>
                  <a:srgbClr val="009DE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8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723900" y="3034066"/>
            <a:ext cx="1638300" cy="161006"/>
          </a:xfrm>
        </p:spPr>
        <p:txBody>
          <a:bodyPr anchor="ctr">
            <a:noAutofit/>
          </a:bodyPr>
          <a:lstStyle>
            <a:lvl1pPr marL="0" indent="0" algn="ctr">
              <a:buNone/>
              <a:defRPr lang="pl-PL" sz="1300" b="0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39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723900" y="3340293"/>
            <a:ext cx="1638300" cy="1030504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000" b="0" kern="1200" baseline="0" dirty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0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3768438" y="2663026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600" b="1" kern="1200" baseline="0" dirty="0">
                <a:solidFill>
                  <a:srgbClr val="009DE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80000"/>
              </a:lnSpc>
              <a:spcBef>
                <a:spcPct val="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1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8438" y="3034066"/>
            <a:ext cx="1638300" cy="161006"/>
          </a:xfrm>
        </p:spPr>
        <p:txBody>
          <a:bodyPr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300" b="0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42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3768438" y="3340293"/>
            <a:ext cx="1638300" cy="1030504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000" b="0" kern="1200" baseline="0" dirty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3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6806823" y="2663026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600" b="1" kern="1200" baseline="0" dirty="0">
                <a:solidFill>
                  <a:srgbClr val="009DE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80000"/>
              </a:lnSpc>
              <a:spcBef>
                <a:spcPct val="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4" name="Symbol zastępczy tekstu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6823" y="3034066"/>
            <a:ext cx="1638300" cy="161006"/>
          </a:xfrm>
        </p:spPr>
        <p:txBody>
          <a:bodyPr anchor="ctr">
            <a:noAutofit/>
          </a:bodyPr>
          <a:lstStyle>
            <a:lvl1pPr marL="0" indent="0" algn="ctr">
              <a:buNone/>
              <a:defRPr lang="pl-PL" sz="1300" b="0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45" name="Symbol zastępczy tekstu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6823" y="3340293"/>
            <a:ext cx="1638300" cy="1030504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000" b="0" kern="1200" baseline="0" dirty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0941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7" name="Prostokąt 16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Symbol zastępczy tekstu 3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853640"/>
            <a:ext cx="8235950" cy="3913622"/>
          </a:xfrm>
        </p:spPr>
        <p:txBody>
          <a:bodyPr/>
          <a:lstStyle>
            <a:lvl1pPr>
              <a:defRPr b="0"/>
            </a:lvl1pPr>
            <a:lvl4pPr>
              <a:defRPr/>
            </a:lvl4pPr>
            <a:lvl5pPr>
              <a:defRPr/>
            </a:lvl5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1"/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2"/>
            <a:r>
              <a:rPr lang="pl-PL" dirty="0"/>
              <a:t>Third </a:t>
            </a:r>
            <a:r>
              <a:rPr lang="pl-PL" dirty="0" err="1"/>
              <a:t>level</a:t>
            </a:r>
            <a:endParaRPr lang="pl-PL" dirty="0"/>
          </a:p>
          <a:p>
            <a:pPr lvl="3"/>
            <a:r>
              <a:rPr lang="pl-PL" dirty="0" err="1"/>
              <a:t>Fourth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4"/>
            <a:r>
              <a:rPr lang="pl-PL" dirty="0" err="1"/>
              <a:t>Fifth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</p:txBody>
      </p:sp>
      <p:sp>
        <p:nvSpPr>
          <p:cNvPr id="10" name="Tytuł 3"/>
          <p:cNvSpPr>
            <a:spLocks noGrp="1"/>
          </p:cNvSpPr>
          <p:nvPr>
            <p:ph type="title" hasCustomPrompt="1"/>
          </p:nvPr>
        </p:nvSpPr>
        <p:spPr>
          <a:xfrm>
            <a:off x="457200" y="117756"/>
            <a:ext cx="8229600" cy="684110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8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7" name="Prostokąt 16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raz 6" descr="logo_client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731" y="95656"/>
            <a:ext cx="1412419" cy="706210"/>
          </a:xfrm>
          <a:prstGeom prst="rect">
            <a:avLst/>
          </a:prstGeom>
        </p:spPr>
      </p:pic>
      <p:sp>
        <p:nvSpPr>
          <p:cNvPr id="8" name="Symbol zastępczy tekstu 3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853640"/>
            <a:ext cx="8235950" cy="3913622"/>
          </a:xfrm>
        </p:spPr>
        <p:txBody>
          <a:bodyPr/>
          <a:lstStyle>
            <a:lvl1pPr>
              <a:defRPr b="0"/>
            </a:lvl1pPr>
            <a:lvl4pPr>
              <a:defRPr/>
            </a:lvl4pPr>
            <a:lvl5pPr>
              <a:defRPr/>
            </a:lvl5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1"/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2"/>
            <a:r>
              <a:rPr lang="pl-PL" dirty="0"/>
              <a:t>Third </a:t>
            </a:r>
            <a:r>
              <a:rPr lang="pl-PL" dirty="0" err="1"/>
              <a:t>level</a:t>
            </a:r>
            <a:endParaRPr lang="pl-PL" dirty="0"/>
          </a:p>
          <a:p>
            <a:pPr lvl="3"/>
            <a:r>
              <a:rPr lang="pl-PL" dirty="0" err="1"/>
              <a:t>Fourth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4"/>
            <a:r>
              <a:rPr lang="pl-PL" dirty="0" err="1"/>
              <a:t>Fifth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</p:txBody>
      </p:sp>
      <p:sp>
        <p:nvSpPr>
          <p:cNvPr id="10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8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Cle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az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0" name="Prostokąt 9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4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676400" y="4774697"/>
            <a:ext cx="5118100" cy="273844"/>
          </a:xfrm>
          <a:prstGeom prst="rect">
            <a:avLst/>
          </a:prstGeom>
        </p:spPr>
        <p:txBody>
          <a:bodyPr/>
          <a:lstStyle>
            <a:lvl1pPr algn="l">
              <a:defRPr sz="1050"/>
            </a:lvl1pPr>
          </a:lstStyle>
          <a:p>
            <a:r>
              <a:rPr lang="pl-PL" dirty="0" err="1"/>
              <a:t>Footer</a:t>
            </a:r>
            <a:endParaRPr lang="pl-PL" dirty="0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0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853640"/>
            <a:ext cx="4085063" cy="3913622"/>
          </a:xfrm>
        </p:spPr>
        <p:txBody>
          <a:bodyPr/>
          <a:lstStyle>
            <a:lvl1pPr>
              <a:defRPr b="0"/>
            </a:lvl1pPr>
            <a:lvl4pPr>
              <a:defRPr/>
            </a:lvl4pPr>
            <a:lvl5pPr>
              <a:defRPr/>
            </a:lvl5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1"/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2"/>
            <a:r>
              <a:rPr lang="pl-PL" dirty="0"/>
              <a:t>Third </a:t>
            </a:r>
            <a:r>
              <a:rPr lang="pl-PL" dirty="0" err="1"/>
              <a:t>level</a:t>
            </a:r>
            <a:endParaRPr lang="pl-PL" dirty="0"/>
          </a:p>
          <a:p>
            <a:pPr lvl="3"/>
            <a:r>
              <a:rPr lang="pl-PL" dirty="0" err="1"/>
              <a:t>Fourth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4"/>
            <a:r>
              <a:rPr lang="pl-PL" dirty="0" err="1"/>
              <a:t>Fifth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</p:txBody>
      </p:sp>
      <p:sp>
        <p:nvSpPr>
          <p:cNvPr id="13" name="Symbol zastępczy tekstu 3"/>
          <p:cNvSpPr>
            <a:spLocks noGrp="1"/>
          </p:cNvSpPr>
          <p:nvPr>
            <p:ph type="body" sz="quarter" idx="27" hasCustomPrompt="1"/>
          </p:nvPr>
        </p:nvSpPr>
        <p:spPr>
          <a:xfrm>
            <a:off x="4638908" y="853641"/>
            <a:ext cx="4054640" cy="391362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1"/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2"/>
            <a:r>
              <a:rPr lang="pl-PL" dirty="0"/>
              <a:t>Third </a:t>
            </a:r>
            <a:r>
              <a:rPr lang="pl-PL" dirty="0" err="1"/>
              <a:t>level</a:t>
            </a:r>
            <a:endParaRPr lang="pl-PL" dirty="0"/>
          </a:p>
          <a:p>
            <a:pPr lvl="3"/>
            <a:r>
              <a:rPr lang="pl-PL" dirty="0" err="1"/>
              <a:t>Fourth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4"/>
            <a:r>
              <a:rPr lang="pl-PL" dirty="0" err="1"/>
              <a:t>Fifth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</p:txBody>
      </p:sp>
      <p:sp>
        <p:nvSpPr>
          <p:cNvPr id="15" name="Prostokąt 14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162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raz 3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3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4" name="Prostokąt 13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88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tekstu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335088"/>
            <a:ext cx="2378075" cy="252755"/>
          </a:xfrm>
        </p:spPr>
        <p:txBody>
          <a:bodyPr anchor="ctr">
            <a:normAutofit/>
          </a:bodyPr>
          <a:lstStyle>
            <a:lvl1pPr algn="ctr">
              <a:buNone/>
              <a:defRPr sz="1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6" name="Symbol zastępczy tekstu 13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187148"/>
            <a:ext cx="2378075" cy="1538416"/>
          </a:xfrm>
        </p:spPr>
        <p:txBody>
          <a:bodyPr anchor="t">
            <a:noAutofit/>
          </a:bodyPr>
          <a:lstStyle>
            <a:lvl1pPr algn="ctr">
              <a:lnSpc>
                <a:spcPct val="150000"/>
              </a:lnSpc>
              <a:buNone/>
              <a:defRPr sz="1100" b="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9" name="Symbol zastępczy tekstu 13"/>
          <p:cNvSpPr>
            <a:spLocks noGrp="1"/>
          </p:cNvSpPr>
          <p:nvPr>
            <p:ph type="body" sz="quarter" idx="16" hasCustomPrompt="1"/>
          </p:nvPr>
        </p:nvSpPr>
        <p:spPr>
          <a:xfrm>
            <a:off x="718751" y="4071948"/>
            <a:ext cx="1915297" cy="252755"/>
          </a:xfrm>
        </p:spPr>
        <p:txBody>
          <a:bodyPr anchor="ctr">
            <a:noAutofit/>
          </a:bodyPr>
          <a:lstStyle>
            <a:lvl1pPr algn="ctr">
              <a:buNone/>
              <a:defRPr sz="1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button</a:t>
            </a:r>
            <a:r>
              <a:rPr lang="pl-PL" dirty="0"/>
              <a:t>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1" name="Symbol zastępczy tekstu 13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587843"/>
            <a:ext cx="2378075" cy="339811"/>
          </a:xfrm>
        </p:spPr>
        <p:txBody>
          <a:bodyPr anchor="t">
            <a:noAutofit/>
          </a:bodyPr>
          <a:lstStyle>
            <a:lvl1pPr algn="ctr">
              <a:lnSpc>
                <a:spcPct val="150000"/>
              </a:lnSpc>
              <a:buNone/>
              <a:defRPr sz="1100" b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additional</a:t>
            </a:r>
            <a:r>
              <a:rPr lang="pl-PL" dirty="0"/>
              <a:t> </a:t>
            </a:r>
            <a:r>
              <a:rPr lang="pl-PL" dirty="0" err="1"/>
              <a:t>information</a:t>
            </a:r>
            <a:endParaRPr lang="pl-PL" dirty="0"/>
          </a:p>
        </p:txBody>
      </p:sp>
      <p:sp>
        <p:nvSpPr>
          <p:cNvPr id="24" name="Symbol zastępczy tekstu 13"/>
          <p:cNvSpPr>
            <a:spLocks noGrp="1"/>
          </p:cNvSpPr>
          <p:nvPr>
            <p:ph type="body" sz="quarter" idx="19" hasCustomPrompt="1"/>
          </p:nvPr>
        </p:nvSpPr>
        <p:spPr>
          <a:xfrm>
            <a:off x="6286512" y="1335088"/>
            <a:ext cx="2378075" cy="252755"/>
          </a:xfrm>
        </p:spPr>
        <p:txBody>
          <a:bodyPr anchor="ctr">
            <a:normAutofit/>
          </a:bodyPr>
          <a:lstStyle>
            <a:lvl1pPr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5" name="Symbol zastępczy tekstu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86512" y="2187148"/>
            <a:ext cx="2378075" cy="1538416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150000"/>
              </a:lnSpc>
              <a:buNone/>
              <a:defRPr lang="pl-PL" sz="1100" b="0" kern="1200" baseline="0" dirty="0" smtClean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900" lvl="0" indent="-34290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7" name="Symbol zastępczy tekstu 13"/>
          <p:cNvSpPr>
            <a:spLocks noGrp="1"/>
          </p:cNvSpPr>
          <p:nvPr>
            <p:ph type="body" sz="quarter" idx="21" hasCustomPrompt="1"/>
          </p:nvPr>
        </p:nvSpPr>
        <p:spPr>
          <a:xfrm>
            <a:off x="6548063" y="4071948"/>
            <a:ext cx="1915297" cy="252755"/>
          </a:xfrm>
        </p:spPr>
        <p:txBody>
          <a:bodyPr anchor="ctr">
            <a:noAutofit/>
          </a:bodyPr>
          <a:lstStyle>
            <a:lvl1pPr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button</a:t>
            </a:r>
            <a:r>
              <a:rPr lang="pl-PL" dirty="0"/>
              <a:t>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8" name="Symbol zastępczy tekstu 1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12" y="1587843"/>
            <a:ext cx="2378075" cy="339811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150000"/>
              </a:lnSpc>
              <a:buNone/>
              <a:defRPr lang="pl-PL" sz="1100" b="0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900" lvl="0" indent="-34290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additional</a:t>
            </a:r>
            <a:r>
              <a:rPr lang="pl-PL" dirty="0"/>
              <a:t> </a:t>
            </a:r>
            <a:r>
              <a:rPr lang="pl-PL" dirty="0" err="1"/>
              <a:t>information</a:t>
            </a:r>
            <a:endParaRPr lang="pl-PL" dirty="0"/>
          </a:p>
        </p:txBody>
      </p:sp>
      <p:sp>
        <p:nvSpPr>
          <p:cNvPr id="38" name="Symbol zastępczy tekstu 13"/>
          <p:cNvSpPr>
            <a:spLocks noGrp="1"/>
          </p:cNvSpPr>
          <p:nvPr>
            <p:ph type="body" sz="quarter" idx="23" hasCustomPrompt="1"/>
          </p:nvPr>
        </p:nvSpPr>
        <p:spPr>
          <a:xfrm>
            <a:off x="3375722" y="1335088"/>
            <a:ext cx="2378075" cy="252755"/>
          </a:xfrm>
        </p:spPr>
        <p:txBody>
          <a:bodyPr anchor="ctr">
            <a:normAutofit/>
          </a:bodyPr>
          <a:lstStyle>
            <a:lvl1pPr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9" name="Symbol zastępczy tekstu 13"/>
          <p:cNvSpPr>
            <a:spLocks noGrp="1"/>
          </p:cNvSpPr>
          <p:nvPr>
            <p:ph type="body" sz="quarter" idx="24" hasCustomPrompt="1"/>
          </p:nvPr>
        </p:nvSpPr>
        <p:spPr>
          <a:xfrm>
            <a:off x="3375722" y="2187148"/>
            <a:ext cx="2378075" cy="1538416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150000"/>
              </a:lnSpc>
              <a:buNone/>
              <a:defRPr lang="pl-PL" sz="1100" b="0" kern="1200" baseline="0" dirty="0" smtClean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900" lvl="0" indent="-34290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1" name="Symbol zastępczy tekstu 13"/>
          <p:cNvSpPr>
            <a:spLocks noGrp="1"/>
          </p:cNvSpPr>
          <p:nvPr>
            <p:ph type="body" sz="quarter" idx="25" hasCustomPrompt="1"/>
          </p:nvPr>
        </p:nvSpPr>
        <p:spPr>
          <a:xfrm>
            <a:off x="3637273" y="4071948"/>
            <a:ext cx="1915297" cy="252755"/>
          </a:xfrm>
        </p:spPr>
        <p:txBody>
          <a:bodyPr anchor="ctr">
            <a:noAutofit/>
          </a:bodyPr>
          <a:lstStyle>
            <a:lvl1pPr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button</a:t>
            </a:r>
            <a:r>
              <a:rPr lang="pl-PL" dirty="0"/>
              <a:t>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2" name="Symbol zastępczy tekstu 13"/>
          <p:cNvSpPr>
            <a:spLocks noGrp="1"/>
          </p:cNvSpPr>
          <p:nvPr>
            <p:ph type="body" sz="quarter" idx="26" hasCustomPrompt="1"/>
          </p:nvPr>
        </p:nvSpPr>
        <p:spPr>
          <a:xfrm>
            <a:off x="3375722" y="1587843"/>
            <a:ext cx="2378075" cy="339811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150000"/>
              </a:lnSpc>
              <a:buNone/>
              <a:defRPr lang="pl-PL" sz="1100" b="0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900" lvl="0" indent="-342900" algn="ctr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additional</a:t>
            </a:r>
            <a:r>
              <a:rPr lang="pl-PL" dirty="0"/>
              <a:t> </a:t>
            </a:r>
            <a:r>
              <a:rPr lang="pl-PL" dirty="0" err="1"/>
              <a:t>information</a:t>
            </a:r>
            <a:endParaRPr lang="pl-PL" dirty="0"/>
          </a:p>
        </p:txBody>
      </p:sp>
      <p:pic>
        <p:nvPicPr>
          <p:cNvPr id="32" name="Obraz 3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3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2" name="Prostokąt 2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88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ymbol zastępczy obiektu SmartArt 9"/>
          <p:cNvSpPr>
            <a:spLocks noGrp="1"/>
          </p:cNvSpPr>
          <p:nvPr>
            <p:ph type="dgm" sz="quarter" idx="15" hasCustomPrompt="1"/>
          </p:nvPr>
        </p:nvSpPr>
        <p:spPr>
          <a:xfrm>
            <a:off x="457199" y="853641"/>
            <a:ext cx="8236347" cy="3913622"/>
          </a:xfrm>
        </p:spPr>
        <p:txBody>
          <a:bodyPr lIns="0" rIns="0" anchor="ctr"/>
          <a:lstStyle>
            <a:lvl1pPr algn="ctr">
              <a:buNone/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SmartArt</a:t>
            </a:r>
            <a:endParaRPr lang="pl-PL" dirty="0"/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5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1" name="Prostokąt 10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996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ymbol zastępczy wykresu 10"/>
          <p:cNvSpPr>
            <a:spLocks noGrp="1"/>
          </p:cNvSpPr>
          <p:nvPr>
            <p:ph type="chart" sz="quarter" idx="15" hasCustomPrompt="1"/>
          </p:nvPr>
        </p:nvSpPr>
        <p:spPr>
          <a:xfrm>
            <a:off x="457199" y="853641"/>
            <a:ext cx="8236347" cy="3913621"/>
          </a:xfrm>
        </p:spPr>
        <p:txBody>
          <a:bodyPr lIns="0" rIns="0" anchor="ctr"/>
          <a:lstStyle>
            <a:lvl1pPr algn="ctr">
              <a:buNone/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Graph</a:t>
            </a:r>
            <a:endParaRPr lang="pl-PL" dirty="0"/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5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2" name="Prostokąt 1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0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723900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723900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723900" y="3771900"/>
            <a:ext cx="1638300" cy="50165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pl-PL" sz="900" b="0" kern="1200" dirty="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376843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843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376843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5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6806823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8" name="Symbol zastępczy tekstu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6823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9" name="Symbol zastępczy tekstu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6823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27" hasCustomPrompt="1"/>
          </p:nvPr>
        </p:nvSpPr>
        <p:spPr>
          <a:xfrm>
            <a:off x="679450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3786182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714348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5" name="Prostokąt 24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4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723900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723900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723900" y="3771900"/>
            <a:ext cx="1638300" cy="50165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pl-PL" sz="900" b="0" kern="1200" dirty="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376843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843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376843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5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6806823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8" name="Symbol zastępczy tekstu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6823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9" name="Symbol zastępczy tekstu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6823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27" hasCustomPrompt="1"/>
          </p:nvPr>
        </p:nvSpPr>
        <p:spPr>
          <a:xfrm>
            <a:off x="679450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dirty="0">
                <a:solidFill>
                  <a:srgbClr val="B0BAC1"/>
                </a:solidFill>
              </a:defRPr>
            </a:lvl1pPr>
          </a:lstStyle>
          <a:p>
            <a:pPr marL="0" lvl="0" indent="0" algn="ctr"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3786182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714348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5" name="Prostokąt 24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619822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619822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619822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900" b="0" kern="1200" dirty="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267561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009DE0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267561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267561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5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4794819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8" name="Symbol zastępczy tekstu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4819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9" name="Symbol zastępczy tekstu 6"/>
          <p:cNvSpPr>
            <a:spLocks noGrp="1"/>
          </p:cNvSpPr>
          <p:nvPr>
            <p:ph type="body" sz="quarter" idx="26" hasCustomPrompt="1"/>
          </p:nvPr>
        </p:nvSpPr>
        <p:spPr>
          <a:xfrm>
            <a:off x="4794819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27" hasCustomPrompt="1"/>
          </p:nvPr>
        </p:nvSpPr>
        <p:spPr>
          <a:xfrm>
            <a:off x="4782496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2693362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61027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8" name="Symbol zastępczy tekstu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3953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9" name="Symbol zastępczy tekstu 6"/>
          <p:cNvSpPr>
            <a:spLocks noGrp="1"/>
          </p:cNvSpPr>
          <p:nvPr>
            <p:ph type="body" sz="quarter" idx="32" hasCustomPrompt="1"/>
          </p:nvPr>
        </p:nvSpPr>
        <p:spPr>
          <a:xfrm>
            <a:off x="6883953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20" name="Symbol zastępczy tekstu 6"/>
          <p:cNvSpPr>
            <a:spLocks noGrp="1"/>
          </p:cNvSpPr>
          <p:nvPr>
            <p:ph type="body" sz="quarter" idx="33" hasCustomPrompt="1"/>
          </p:nvPr>
        </p:nvSpPr>
        <p:spPr>
          <a:xfrm>
            <a:off x="6883953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3" name="Symbol zastępczy obrazu 3"/>
          <p:cNvSpPr>
            <a:spLocks noGrp="1"/>
          </p:cNvSpPr>
          <p:nvPr>
            <p:ph type="pic" sz="quarter" idx="34" hasCustomPrompt="1"/>
          </p:nvPr>
        </p:nvSpPr>
        <p:spPr>
          <a:xfrm>
            <a:off x="687163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4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26" name="Prostokąt 25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01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619822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619822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619822" y="3771900"/>
            <a:ext cx="1638300" cy="50165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pl-PL" sz="900" b="0" kern="1200" dirty="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267561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267561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267561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5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4794819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8" name="Symbol zastępczy tekstu 6"/>
          <p:cNvSpPr>
            <a:spLocks noGrp="1"/>
          </p:cNvSpPr>
          <p:nvPr>
            <p:ph type="body" sz="quarter" idx="25" hasCustomPrompt="1"/>
          </p:nvPr>
        </p:nvSpPr>
        <p:spPr>
          <a:xfrm>
            <a:off x="4794819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9" name="Symbol zastępczy tekstu 6"/>
          <p:cNvSpPr>
            <a:spLocks noGrp="1"/>
          </p:cNvSpPr>
          <p:nvPr>
            <p:ph type="body" sz="quarter" idx="26" hasCustomPrompt="1"/>
          </p:nvPr>
        </p:nvSpPr>
        <p:spPr>
          <a:xfrm>
            <a:off x="4794819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27" hasCustomPrompt="1"/>
          </p:nvPr>
        </p:nvSpPr>
        <p:spPr>
          <a:xfrm>
            <a:off x="4782496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2693362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61027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8" name="Symbol zastępczy tekstu 6"/>
          <p:cNvSpPr>
            <a:spLocks noGrp="1"/>
          </p:cNvSpPr>
          <p:nvPr>
            <p:ph type="body" sz="quarter" idx="31" hasCustomPrompt="1"/>
          </p:nvPr>
        </p:nvSpPr>
        <p:spPr>
          <a:xfrm>
            <a:off x="6883953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9" name="Symbol zastępczy tekstu 6"/>
          <p:cNvSpPr>
            <a:spLocks noGrp="1"/>
          </p:cNvSpPr>
          <p:nvPr>
            <p:ph type="body" sz="quarter" idx="32" hasCustomPrompt="1"/>
          </p:nvPr>
        </p:nvSpPr>
        <p:spPr>
          <a:xfrm>
            <a:off x="6883953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20" name="Symbol zastępczy tekstu 6"/>
          <p:cNvSpPr>
            <a:spLocks noGrp="1"/>
          </p:cNvSpPr>
          <p:nvPr>
            <p:ph type="body" sz="quarter" idx="33" hasCustomPrompt="1"/>
          </p:nvPr>
        </p:nvSpPr>
        <p:spPr>
          <a:xfrm>
            <a:off x="6883953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3" name="Symbol zastępczy obrazu 3"/>
          <p:cNvSpPr>
            <a:spLocks noGrp="1"/>
          </p:cNvSpPr>
          <p:nvPr>
            <p:ph type="pic" sz="quarter" idx="34" hasCustomPrompt="1"/>
          </p:nvPr>
        </p:nvSpPr>
        <p:spPr>
          <a:xfrm>
            <a:off x="687163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26" name="Prostokąt 25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06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209391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209391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209391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5138456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009DE0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5138456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5138456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515620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2084366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9" name="Prostokąt 1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28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2093918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400" b="0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2093918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1100" b="0" kern="1200" dirty="0" smtClean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14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2093918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lang="pl-PL" sz="900" b="0" kern="1200" dirty="0">
                <a:solidFill>
                  <a:srgbClr val="242424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5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5138456" y="3079750"/>
            <a:ext cx="1638300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50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5138456" y="3522230"/>
            <a:ext cx="1638300" cy="213591"/>
          </a:xfrm>
        </p:spPr>
        <p:txBody>
          <a:bodyPr anchor="t">
            <a:noAutofit/>
          </a:bodyPr>
          <a:lstStyle>
            <a:lvl1pPr marL="0" indent="0" algn="ctr">
              <a:buNone/>
              <a:defRPr sz="1100" b="0">
                <a:solidFill>
                  <a:srgbClr val="B0BAC1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sp>
        <p:nvSpPr>
          <p:cNvPr id="51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5138456" y="3771900"/>
            <a:ext cx="1638300" cy="501650"/>
          </a:xfrm>
        </p:spPr>
        <p:txBody>
          <a:bodyPr anchor="t">
            <a:noAutofit/>
          </a:bodyPr>
          <a:lstStyle>
            <a:lvl1pPr marL="0" indent="0" algn="ctr">
              <a:buNone/>
              <a:defRPr sz="900" b="0">
                <a:solidFill>
                  <a:srgbClr val="242424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2" name="Symbol zastępczy obrazu 3"/>
          <p:cNvSpPr>
            <a:spLocks noGrp="1"/>
          </p:cNvSpPr>
          <p:nvPr>
            <p:ph type="pic" sz="quarter" idx="28" hasCustomPrompt="1"/>
          </p:nvPr>
        </p:nvSpPr>
        <p:spPr>
          <a:xfrm>
            <a:off x="5156200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sp>
        <p:nvSpPr>
          <p:cNvPr id="33" name="Symbol zastępczy obrazu 3"/>
          <p:cNvSpPr>
            <a:spLocks noGrp="1"/>
          </p:cNvSpPr>
          <p:nvPr>
            <p:ph type="pic" sz="quarter" idx="29" hasCustomPrompt="1"/>
          </p:nvPr>
        </p:nvSpPr>
        <p:spPr>
          <a:xfrm>
            <a:off x="2084366" y="1292224"/>
            <a:ext cx="1638300" cy="1638301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>
              <a:defRPr lang="pl-PL" sz="1400" b="1" kern="1200" dirty="0">
                <a:solidFill>
                  <a:srgbClr val="B0BAC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</a:pPr>
            <a:r>
              <a:rPr lang="pl-PL" dirty="0"/>
              <a:t>CLICK AND CHOOSE PICTURE</a:t>
            </a:r>
          </a:p>
        </p:txBody>
      </p:sp>
      <p:pic>
        <p:nvPicPr>
          <p:cNvPr id="21" name="Obraz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19" name="Prostokąt 1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8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mapa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0105"/>
            <a:ext cx="8780662" cy="4172581"/>
          </a:xfrm>
          <a:prstGeom prst="rect">
            <a:avLst/>
          </a:prstGeom>
        </p:spPr>
      </p:pic>
      <p:sp>
        <p:nvSpPr>
          <p:cNvPr id="4" name="Owal 3"/>
          <p:cNvSpPr/>
          <p:nvPr userDrawn="1"/>
        </p:nvSpPr>
        <p:spPr>
          <a:xfrm>
            <a:off x="1344378" y="1384168"/>
            <a:ext cx="1339416" cy="133941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344613" y="1606734"/>
            <a:ext cx="1339850" cy="461962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00</a:t>
            </a:r>
          </a:p>
        </p:txBody>
      </p:sp>
      <p:sp>
        <p:nvSpPr>
          <p:cNvPr id="19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1344613" y="2068009"/>
            <a:ext cx="1339850" cy="461962"/>
          </a:xfrm>
        </p:spPr>
        <p:txBody>
          <a:bodyPr anchor="t">
            <a:noAutofit/>
          </a:bodyPr>
          <a:lstStyle>
            <a:lvl1pPr marL="0" indent="0" algn="ctr">
              <a:buNone/>
              <a:defRPr sz="11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sp>
        <p:nvSpPr>
          <p:cNvPr id="29" name="Owal 28"/>
          <p:cNvSpPr/>
          <p:nvPr userDrawn="1"/>
        </p:nvSpPr>
        <p:spPr>
          <a:xfrm>
            <a:off x="6716122" y="1245077"/>
            <a:ext cx="1339416" cy="133941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l-PL"/>
          </a:p>
        </p:txBody>
      </p:sp>
      <p:sp>
        <p:nvSpPr>
          <p:cNvPr id="30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6716357" y="1467643"/>
            <a:ext cx="1339850" cy="461962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00</a:t>
            </a:r>
          </a:p>
        </p:txBody>
      </p:sp>
      <p:sp>
        <p:nvSpPr>
          <p:cNvPr id="31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6716357" y="1928918"/>
            <a:ext cx="1339850" cy="461962"/>
          </a:xfrm>
        </p:spPr>
        <p:txBody>
          <a:bodyPr anchor="t">
            <a:noAutofit/>
          </a:bodyPr>
          <a:lstStyle>
            <a:lvl1pPr marL="0" indent="0" algn="ctr">
              <a:buNone/>
              <a:defRPr sz="11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sp>
        <p:nvSpPr>
          <p:cNvPr id="32" name="Owal 31"/>
          <p:cNvSpPr/>
          <p:nvPr userDrawn="1"/>
        </p:nvSpPr>
        <p:spPr>
          <a:xfrm>
            <a:off x="4489528" y="1066800"/>
            <a:ext cx="1339416" cy="1339416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l-PL"/>
          </a:p>
        </p:txBody>
      </p:sp>
      <p:sp>
        <p:nvSpPr>
          <p:cNvPr id="33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4489763" y="1289366"/>
            <a:ext cx="1339850" cy="461962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00</a:t>
            </a:r>
          </a:p>
        </p:txBody>
      </p:sp>
      <p:sp>
        <p:nvSpPr>
          <p:cNvPr id="34" name="Symbol zastępczy tekstu 6"/>
          <p:cNvSpPr>
            <a:spLocks noGrp="1"/>
          </p:cNvSpPr>
          <p:nvPr>
            <p:ph type="body" sz="quarter" idx="20" hasCustomPrompt="1"/>
          </p:nvPr>
        </p:nvSpPr>
        <p:spPr>
          <a:xfrm>
            <a:off x="4489763" y="1750641"/>
            <a:ext cx="1339850" cy="461962"/>
          </a:xfrm>
        </p:spPr>
        <p:txBody>
          <a:bodyPr anchor="t">
            <a:noAutofit/>
          </a:bodyPr>
          <a:lstStyle>
            <a:lvl1pPr marL="0" indent="0" algn="ctr">
              <a:buNone/>
              <a:defRPr sz="11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sp>
        <p:nvSpPr>
          <p:cNvPr id="35" name="Owal 34"/>
          <p:cNvSpPr/>
          <p:nvPr userDrawn="1"/>
        </p:nvSpPr>
        <p:spPr>
          <a:xfrm>
            <a:off x="5080000" y="3016396"/>
            <a:ext cx="1339416" cy="1339416"/>
          </a:xfrm>
          <a:prstGeom prst="ellipse">
            <a:avLst/>
          </a:prstGeom>
          <a:solidFill>
            <a:schemeClr val="tx2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l-PL"/>
          </a:p>
        </p:txBody>
      </p:sp>
      <p:sp>
        <p:nvSpPr>
          <p:cNvPr id="36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5080235" y="3238962"/>
            <a:ext cx="1339850" cy="461962"/>
          </a:xfrm>
        </p:spPr>
        <p:txBody>
          <a:bodyPr anchor="b">
            <a:noAutofit/>
          </a:bodyPr>
          <a:lstStyle>
            <a:lvl1pPr marL="0" indent="0" algn="ctr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00</a:t>
            </a:r>
          </a:p>
        </p:txBody>
      </p:sp>
      <p:sp>
        <p:nvSpPr>
          <p:cNvPr id="37" name="Symbol zastępczy tekstu 6"/>
          <p:cNvSpPr>
            <a:spLocks noGrp="1"/>
          </p:cNvSpPr>
          <p:nvPr>
            <p:ph type="body" sz="quarter" idx="22" hasCustomPrompt="1"/>
          </p:nvPr>
        </p:nvSpPr>
        <p:spPr>
          <a:xfrm>
            <a:off x="5080235" y="3700237"/>
            <a:ext cx="1339850" cy="461962"/>
          </a:xfrm>
        </p:spPr>
        <p:txBody>
          <a:bodyPr anchor="t">
            <a:noAutofit/>
          </a:bodyPr>
          <a:lstStyle>
            <a:lvl1pPr marL="0" indent="0" algn="ctr">
              <a:buNone/>
              <a:defRPr sz="110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pic>
        <p:nvPicPr>
          <p:cNvPr id="24" name="Obraz 2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5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2" name="Prostokąt 2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69557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2296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Feature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85436"/>
            <a:ext cx="266065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11"/>
          <p:cNvSpPr>
            <a:spLocks noGrp="1"/>
          </p:cNvSpPr>
          <p:nvPr>
            <p:ph type="body" sz="quarter" idx="16" hasCustomPrompt="1"/>
          </p:nvPr>
        </p:nvSpPr>
        <p:spPr>
          <a:xfrm>
            <a:off x="1168400" y="144982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192D52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7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8086"/>
            <a:ext cx="266065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9" name="Symbol zastępczy tekstu 11"/>
          <p:cNvSpPr>
            <a:spLocks noGrp="1"/>
          </p:cNvSpPr>
          <p:nvPr>
            <p:ph type="body" sz="quarter" idx="18" hasCustomPrompt="1"/>
          </p:nvPr>
        </p:nvSpPr>
        <p:spPr>
          <a:xfrm>
            <a:off x="1168400" y="233247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pl-PL" sz="1100" b="0" smtClean="0">
                <a:solidFill>
                  <a:srgbClr val="192D52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2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266065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3" name="Symbol zastępczy tekstu 11"/>
          <p:cNvSpPr>
            <a:spLocks noGrp="1"/>
          </p:cNvSpPr>
          <p:nvPr>
            <p:ph type="body" sz="quarter" idx="20" hasCustomPrompt="1"/>
          </p:nvPr>
        </p:nvSpPr>
        <p:spPr>
          <a:xfrm>
            <a:off x="1168400" y="317067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192D52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5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266065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6" name="Symbol zastępczy tekstu 11"/>
          <p:cNvSpPr>
            <a:spLocks noGrp="1"/>
          </p:cNvSpPr>
          <p:nvPr>
            <p:ph type="body" sz="quarter" idx="22" hasCustomPrompt="1"/>
          </p:nvPr>
        </p:nvSpPr>
        <p:spPr>
          <a:xfrm>
            <a:off x="1168400" y="402792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192D52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pic>
        <p:nvPicPr>
          <p:cNvPr id="14" name="Obraz 13" descr="mackbook_white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476" y="1200715"/>
            <a:ext cx="4994298" cy="2978150"/>
          </a:xfrm>
          <a:prstGeom prst="rect">
            <a:avLst/>
          </a:prstGeom>
        </p:spPr>
      </p:pic>
      <p:pic>
        <p:nvPicPr>
          <p:cNvPr id="33" name="Obraz 3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sz="quarter" idx="28"/>
          </p:nvPr>
        </p:nvSpPr>
        <p:spPr>
          <a:xfrm>
            <a:off x="4608513" y="1401763"/>
            <a:ext cx="3770312" cy="23542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l-PL" dirty="0"/>
          </a:p>
        </p:txBody>
      </p:sp>
      <p:sp>
        <p:nvSpPr>
          <p:cNvPr id="29" name="Prostokąt 2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7952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lication Feature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az 13" descr="mackbook_white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476" y="1200715"/>
            <a:ext cx="4994298" cy="2978150"/>
          </a:xfrm>
          <a:prstGeom prst="rect">
            <a:avLst/>
          </a:prstGeom>
        </p:spPr>
      </p:pic>
      <p:pic>
        <p:nvPicPr>
          <p:cNvPr id="33" name="Obraz 3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sz="quarter" idx="28"/>
          </p:nvPr>
        </p:nvSpPr>
        <p:spPr>
          <a:xfrm>
            <a:off x="4608513" y="1401763"/>
            <a:ext cx="3770312" cy="23542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l-PL" dirty="0"/>
          </a:p>
        </p:txBody>
      </p:sp>
      <p:sp>
        <p:nvSpPr>
          <p:cNvPr id="29" name="Prostokąt 2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  <p:sp>
        <p:nvSpPr>
          <p:cNvPr id="16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85436"/>
            <a:ext cx="2660650" cy="542930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8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8086"/>
            <a:ext cx="2660650" cy="542930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0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1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7021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Features 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wal 1"/>
          <p:cNvSpPr/>
          <p:nvPr userDrawn="1"/>
        </p:nvSpPr>
        <p:spPr>
          <a:xfrm>
            <a:off x="457200" y="118574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78002"/>
            <a:ext cx="199390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11"/>
          <p:cNvSpPr>
            <a:spLocks noGrp="1"/>
          </p:cNvSpPr>
          <p:nvPr>
            <p:ph type="body" sz="quarter" idx="16" hasCustomPrompt="1"/>
          </p:nvPr>
        </p:nvSpPr>
        <p:spPr>
          <a:xfrm>
            <a:off x="1168400" y="144982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6" name="Owal 15"/>
          <p:cNvSpPr/>
          <p:nvPr userDrawn="1"/>
        </p:nvSpPr>
        <p:spPr>
          <a:xfrm>
            <a:off x="457200" y="206839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17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0652"/>
            <a:ext cx="199390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9" name="Symbol zastępczy tekstu 11"/>
          <p:cNvSpPr>
            <a:spLocks noGrp="1"/>
          </p:cNvSpPr>
          <p:nvPr>
            <p:ph type="body" sz="quarter" idx="18" hasCustomPrompt="1"/>
          </p:nvPr>
        </p:nvSpPr>
        <p:spPr>
          <a:xfrm>
            <a:off x="1168400" y="233247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pl-PL" sz="1100" b="0" smtClean="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1" name="Owal 20"/>
          <p:cNvSpPr/>
          <p:nvPr userDrawn="1"/>
        </p:nvSpPr>
        <p:spPr>
          <a:xfrm>
            <a:off x="457200" y="290659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22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199390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3" name="Symbol zastępczy tekstu 11"/>
          <p:cNvSpPr>
            <a:spLocks noGrp="1"/>
          </p:cNvSpPr>
          <p:nvPr>
            <p:ph type="body" sz="quarter" idx="20" hasCustomPrompt="1"/>
          </p:nvPr>
        </p:nvSpPr>
        <p:spPr>
          <a:xfrm>
            <a:off x="1168400" y="317067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4" name="Owal 23"/>
          <p:cNvSpPr/>
          <p:nvPr userDrawn="1"/>
        </p:nvSpPr>
        <p:spPr>
          <a:xfrm>
            <a:off x="457200" y="376384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25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1993900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6" name="Symbol zastępczy tekstu 11"/>
          <p:cNvSpPr>
            <a:spLocks noGrp="1"/>
          </p:cNvSpPr>
          <p:nvPr>
            <p:ph type="body" sz="quarter" idx="22" hasCustomPrompt="1"/>
          </p:nvPr>
        </p:nvSpPr>
        <p:spPr>
          <a:xfrm>
            <a:off x="1168400" y="4027928"/>
            <a:ext cx="2660650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pic>
        <p:nvPicPr>
          <p:cNvPr id="33" name="Obraz 3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pic>
        <p:nvPicPr>
          <p:cNvPr id="27" name="Obraz 26" descr="mackbook_white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0867" y="1154554"/>
            <a:ext cx="6141708" cy="3662362"/>
          </a:xfrm>
          <a:prstGeom prst="rect">
            <a:avLst/>
          </a:prstGeom>
        </p:spPr>
      </p:pic>
      <p:sp>
        <p:nvSpPr>
          <p:cNvPr id="5" name="Symbol zastępczy obrazu 4"/>
          <p:cNvSpPr>
            <a:spLocks noGrp="1"/>
          </p:cNvSpPr>
          <p:nvPr>
            <p:ph type="pic" sz="quarter" idx="28"/>
          </p:nvPr>
        </p:nvSpPr>
        <p:spPr>
          <a:xfrm>
            <a:off x="5167313" y="1408769"/>
            <a:ext cx="4622800" cy="28780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pl-PL" dirty="0"/>
          </a:p>
        </p:txBody>
      </p:sp>
      <p:sp>
        <p:nvSpPr>
          <p:cNvPr id="29" name="Prostokąt 2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433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lication Features 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wal 1"/>
          <p:cNvSpPr/>
          <p:nvPr userDrawn="1"/>
        </p:nvSpPr>
        <p:spPr>
          <a:xfrm>
            <a:off x="457200" y="118574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16" name="Owal 15"/>
          <p:cNvSpPr/>
          <p:nvPr userDrawn="1"/>
        </p:nvSpPr>
        <p:spPr>
          <a:xfrm>
            <a:off x="457200" y="206839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21" name="Owal 20"/>
          <p:cNvSpPr/>
          <p:nvPr userDrawn="1"/>
        </p:nvSpPr>
        <p:spPr>
          <a:xfrm>
            <a:off x="457200" y="290659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sp>
        <p:nvSpPr>
          <p:cNvPr id="24" name="Owal 23"/>
          <p:cNvSpPr/>
          <p:nvPr userDrawn="1"/>
        </p:nvSpPr>
        <p:spPr>
          <a:xfrm>
            <a:off x="457200" y="3763844"/>
            <a:ext cx="476250" cy="476250"/>
          </a:xfrm>
          <a:prstGeom prst="ellipse">
            <a:avLst/>
          </a:prstGeom>
          <a:solidFill>
            <a:schemeClr val="bg1"/>
          </a:solidFill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l-PL"/>
          </a:p>
        </p:txBody>
      </p:sp>
      <p:pic>
        <p:nvPicPr>
          <p:cNvPr id="33" name="Obraz 3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4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pic>
        <p:nvPicPr>
          <p:cNvPr id="27" name="Obraz 26" descr="mackbook_white.jp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0867" y="1154554"/>
            <a:ext cx="6141708" cy="3662362"/>
          </a:xfrm>
          <a:prstGeom prst="rect">
            <a:avLst/>
          </a:prstGeom>
        </p:spPr>
      </p:pic>
      <p:sp>
        <p:nvSpPr>
          <p:cNvPr id="5" name="Symbol zastępczy obrazu 4"/>
          <p:cNvSpPr>
            <a:spLocks noGrp="1"/>
          </p:cNvSpPr>
          <p:nvPr>
            <p:ph type="pic" sz="quarter" idx="28"/>
          </p:nvPr>
        </p:nvSpPr>
        <p:spPr>
          <a:xfrm>
            <a:off x="5167313" y="1408769"/>
            <a:ext cx="4622800" cy="28780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pl-PL" dirty="0"/>
          </a:p>
        </p:txBody>
      </p:sp>
      <p:sp>
        <p:nvSpPr>
          <p:cNvPr id="29" name="Prostokąt 28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ytuł 2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  <p:sp>
        <p:nvSpPr>
          <p:cNvPr id="20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7800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8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065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0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1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266065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13530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raz 4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43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86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78002"/>
            <a:ext cx="301702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87" name="Symbol zastępczy tekstu 11"/>
          <p:cNvSpPr>
            <a:spLocks noGrp="1"/>
          </p:cNvSpPr>
          <p:nvPr>
            <p:ph type="body" sz="quarter" idx="16" hasCustomPrompt="1"/>
          </p:nvPr>
        </p:nvSpPr>
        <p:spPr>
          <a:xfrm>
            <a:off x="1168400" y="1449828"/>
            <a:ext cx="3017024" cy="242374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89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0652"/>
            <a:ext cx="301702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90" name="Symbol zastępczy tekstu 11"/>
          <p:cNvSpPr>
            <a:spLocks noGrp="1"/>
          </p:cNvSpPr>
          <p:nvPr>
            <p:ph type="body" sz="quarter" idx="18" hasCustomPrompt="1"/>
          </p:nvPr>
        </p:nvSpPr>
        <p:spPr>
          <a:xfrm>
            <a:off x="1168400" y="2332478"/>
            <a:ext cx="3017024" cy="244682"/>
          </a:xfrm>
          <a:noFill/>
        </p:spPr>
        <p:txBody>
          <a:bodyPr wrap="square" rtlCol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92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301702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93" name="Symbol zastępczy tekstu 11"/>
          <p:cNvSpPr>
            <a:spLocks noGrp="1"/>
          </p:cNvSpPr>
          <p:nvPr>
            <p:ph type="body" sz="quarter" idx="20" hasCustomPrompt="1"/>
          </p:nvPr>
        </p:nvSpPr>
        <p:spPr>
          <a:xfrm>
            <a:off x="1168400" y="3170678"/>
            <a:ext cx="3017024" cy="244682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95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301702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96" name="Symbol zastępczy tekstu 11"/>
          <p:cNvSpPr>
            <a:spLocks noGrp="1"/>
          </p:cNvSpPr>
          <p:nvPr>
            <p:ph type="body" sz="quarter" idx="22" hasCustomPrompt="1"/>
          </p:nvPr>
        </p:nvSpPr>
        <p:spPr>
          <a:xfrm>
            <a:off x="1168400" y="4027928"/>
            <a:ext cx="3017024" cy="244682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02" name="Symbol zastępczy tekstu 6"/>
          <p:cNvSpPr>
            <a:spLocks noGrp="1"/>
          </p:cNvSpPr>
          <p:nvPr>
            <p:ph type="body" sz="quarter" idx="40" hasCustomPrompt="1"/>
          </p:nvPr>
        </p:nvSpPr>
        <p:spPr>
          <a:xfrm>
            <a:off x="5647473" y="1185126"/>
            <a:ext cx="304607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3" name="Symbol zastępczy tekstu 11"/>
          <p:cNvSpPr>
            <a:spLocks noGrp="1"/>
          </p:cNvSpPr>
          <p:nvPr>
            <p:ph type="body" sz="quarter" idx="41" hasCustomPrompt="1"/>
          </p:nvPr>
        </p:nvSpPr>
        <p:spPr>
          <a:xfrm>
            <a:off x="5647473" y="1456952"/>
            <a:ext cx="3046074" cy="242374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05" name="Symbol zastępczy tekstu 6"/>
          <p:cNvSpPr>
            <a:spLocks noGrp="1"/>
          </p:cNvSpPr>
          <p:nvPr>
            <p:ph type="body" sz="quarter" idx="42" hasCustomPrompt="1"/>
          </p:nvPr>
        </p:nvSpPr>
        <p:spPr>
          <a:xfrm>
            <a:off x="5647472" y="2067776"/>
            <a:ext cx="3046075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6" name="Symbol zastępczy tekstu 11"/>
          <p:cNvSpPr>
            <a:spLocks noGrp="1"/>
          </p:cNvSpPr>
          <p:nvPr>
            <p:ph type="body" sz="quarter" idx="43" hasCustomPrompt="1"/>
          </p:nvPr>
        </p:nvSpPr>
        <p:spPr>
          <a:xfrm>
            <a:off x="5647473" y="2339602"/>
            <a:ext cx="3046074" cy="244682"/>
          </a:xfrm>
          <a:noFill/>
        </p:spPr>
        <p:txBody>
          <a:bodyPr wrap="square" rtlCol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08" name="Symbol zastępczy tekstu 6"/>
          <p:cNvSpPr>
            <a:spLocks noGrp="1"/>
          </p:cNvSpPr>
          <p:nvPr>
            <p:ph type="body" sz="quarter" idx="44" hasCustomPrompt="1"/>
          </p:nvPr>
        </p:nvSpPr>
        <p:spPr>
          <a:xfrm>
            <a:off x="5647473" y="2905976"/>
            <a:ext cx="304607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9" name="Symbol zastępczy tekstu 11"/>
          <p:cNvSpPr>
            <a:spLocks noGrp="1"/>
          </p:cNvSpPr>
          <p:nvPr>
            <p:ph type="body" sz="quarter" idx="45" hasCustomPrompt="1"/>
          </p:nvPr>
        </p:nvSpPr>
        <p:spPr>
          <a:xfrm>
            <a:off x="5647473" y="3177802"/>
            <a:ext cx="3046074" cy="244682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111" name="Symbol zastępczy tekstu 6"/>
          <p:cNvSpPr>
            <a:spLocks noGrp="1"/>
          </p:cNvSpPr>
          <p:nvPr>
            <p:ph type="body" sz="quarter" idx="46" hasCustomPrompt="1"/>
          </p:nvPr>
        </p:nvSpPr>
        <p:spPr>
          <a:xfrm>
            <a:off x="5647473" y="3763226"/>
            <a:ext cx="3046074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12" name="Symbol zastępczy tekstu 11"/>
          <p:cNvSpPr>
            <a:spLocks noGrp="1"/>
          </p:cNvSpPr>
          <p:nvPr>
            <p:ph type="body" sz="quarter" idx="47" hasCustomPrompt="1"/>
          </p:nvPr>
        </p:nvSpPr>
        <p:spPr>
          <a:xfrm>
            <a:off x="5647473" y="4035052"/>
            <a:ext cx="3046074" cy="244682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9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8" name="Prostokąt 37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660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 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raz 4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98421"/>
          </a:xfrm>
          <a:prstGeom prst="rect">
            <a:avLst/>
          </a:prstGeom>
        </p:spPr>
      </p:pic>
      <p:sp>
        <p:nvSpPr>
          <p:cNvPr id="43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86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168400" y="1178002"/>
            <a:ext cx="301702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89" name="Symbol zastępczy tekstu 6"/>
          <p:cNvSpPr>
            <a:spLocks noGrp="1"/>
          </p:cNvSpPr>
          <p:nvPr>
            <p:ph type="body" sz="quarter" idx="17" hasCustomPrompt="1"/>
          </p:nvPr>
        </p:nvSpPr>
        <p:spPr>
          <a:xfrm>
            <a:off x="1168400" y="2060652"/>
            <a:ext cx="301702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92" name="Symbol zastępczy tekstu 6"/>
          <p:cNvSpPr>
            <a:spLocks noGrp="1"/>
          </p:cNvSpPr>
          <p:nvPr>
            <p:ph type="body" sz="quarter" idx="19" hasCustomPrompt="1"/>
          </p:nvPr>
        </p:nvSpPr>
        <p:spPr>
          <a:xfrm>
            <a:off x="1168400" y="2898852"/>
            <a:ext cx="301702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95" name="Symbol zastępczy tekstu 6"/>
          <p:cNvSpPr>
            <a:spLocks noGrp="1"/>
          </p:cNvSpPr>
          <p:nvPr>
            <p:ph type="body" sz="quarter" idx="21" hasCustomPrompt="1"/>
          </p:nvPr>
        </p:nvSpPr>
        <p:spPr>
          <a:xfrm>
            <a:off x="1168400" y="3756102"/>
            <a:ext cx="301702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2" name="Symbol zastępczy tekstu 6"/>
          <p:cNvSpPr>
            <a:spLocks noGrp="1"/>
          </p:cNvSpPr>
          <p:nvPr>
            <p:ph type="body" sz="quarter" idx="40" hasCustomPrompt="1"/>
          </p:nvPr>
        </p:nvSpPr>
        <p:spPr>
          <a:xfrm>
            <a:off x="5647473" y="1185126"/>
            <a:ext cx="304607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5" name="Symbol zastępczy tekstu 6"/>
          <p:cNvSpPr>
            <a:spLocks noGrp="1"/>
          </p:cNvSpPr>
          <p:nvPr>
            <p:ph type="body" sz="quarter" idx="42" hasCustomPrompt="1"/>
          </p:nvPr>
        </p:nvSpPr>
        <p:spPr>
          <a:xfrm>
            <a:off x="5647472" y="2067776"/>
            <a:ext cx="3046075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08" name="Symbol zastępczy tekstu 6"/>
          <p:cNvSpPr>
            <a:spLocks noGrp="1"/>
          </p:cNvSpPr>
          <p:nvPr>
            <p:ph type="body" sz="quarter" idx="44" hasCustomPrompt="1"/>
          </p:nvPr>
        </p:nvSpPr>
        <p:spPr>
          <a:xfrm>
            <a:off x="5647473" y="2905976"/>
            <a:ext cx="304607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11" name="Symbol zastępczy tekstu 6"/>
          <p:cNvSpPr>
            <a:spLocks noGrp="1"/>
          </p:cNvSpPr>
          <p:nvPr>
            <p:ph type="body" sz="quarter" idx="46" hasCustomPrompt="1"/>
          </p:nvPr>
        </p:nvSpPr>
        <p:spPr>
          <a:xfrm>
            <a:off x="5647473" y="3763226"/>
            <a:ext cx="3046074" cy="46811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8" name="Prostokąt 37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228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rostokąt 45"/>
          <p:cNvSpPr/>
          <p:nvPr userDrawn="1"/>
        </p:nvSpPr>
        <p:spPr>
          <a:xfrm>
            <a:off x="4874781" y="0"/>
            <a:ext cx="426921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rgbClr val="FFFFFF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34" name="Symbol zastępczy tekstu 6"/>
          <p:cNvSpPr>
            <a:spLocks noGrp="1"/>
          </p:cNvSpPr>
          <p:nvPr>
            <p:ph type="body" sz="quarter" idx="40" hasCustomPrompt="1"/>
          </p:nvPr>
        </p:nvSpPr>
        <p:spPr>
          <a:xfrm>
            <a:off x="6000759" y="1185126"/>
            <a:ext cx="2660651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5" name="Symbol zastępczy tekstu 11"/>
          <p:cNvSpPr>
            <a:spLocks noGrp="1"/>
          </p:cNvSpPr>
          <p:nvPr>
            <p:ph type="body" sz="quarter" idx="41" hasCustomPrompt="1"/>
          </p:nvPr>
        </p:nvSpPr>
        <p:spPr>
          <a:xfrm>
            <a:off x="6000759" y="1456952"/>
            <a:ext cx="2660651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7" name="Symbol zastępczy tekstu 6"/>
          <p:cNvSpPr>
            <a:spLocks noGrp="1"/>
          </p:cNvSpPr>
          <p:nvPr>
            <p:ph type="body" sz="quarter" idx="42" hasCustomPrompt="1"/>
          </p:nvPr>
        </p:nvSpPr>
        <p:spPr>
          <a:xfrm>
            <a:off x="6000759" y="2067776"/>
            <a:ext cx="2660652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8" name="Symbol zastępczy tekstu 11"/>
          <p:cNvSpPr>
            <a:spLocks noGrp="1"/>
          </p:cNvSpPr>
          <p:nvPr>
            <p:ph type="body" sz="quarter" idx="43" hasCustomPrompt="1"/>
          </p:nvPr>
        </p:nvSpPr>
        <p:spPr>
          <a:xfrm>
            <a:off x="6000759" y="2339602"/>
            <a:ext cx="2660651" cy="278538"/>
          </a:xfrm>
          <a:noFill/>
        </p:spPr>
        <p:txBody>
          <a:bodyPr wrap="square" rtlCol="0" anchor="t">
            <a:sp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pl-PL" sz="11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0" name="Symbol zastępczy tekstu 6"/>
          <p:cNvSpPr>
            <a:spLocks noGrp="1"/>
          </p:cNvSpPr>
          <p:nvPr>
            <p:ph type="body" sz="quarter" idx="44" hasCustomPrompt="1"/>
          </p:nvPr>
        </p:nvSpPr>
        <p:spPr>
          <a:xfrm>
            <a:off x="6000759" y="2905976"/>
            <a:ext cx="2660651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1" name="Symbol zastępczy tekstu 11"/>
          <p:cNvSpPr>
            <a:spLocks noGrp="1"/>
          </p:cNvSpPr>
          <p:nvPr>
            <p:ph type="body" sz="quarter" idx="45" hasCustomPrompt="1"/>
          </p:nvPr>
        </p:nvSpPr>
        <p:spPr>
          <a:xfrm>
            <a:off x="6000759" y="3177802"/>
            <a:ext cx="2660651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3" name="Symbol zastępczy tekstu 6"/>
          <p:cNvSpPr>
            <a:spLocks noGrp="1"/>
          </p:cNvSpPr>
          <p:nvPr>
            <p:ph type="body" sz="quarter" idx="46" hasCustomPrompt="1"/>
          </p:nvPr>
        </p:nvSpPr>
        <p:spPr>
          <a:xfrm>
            <a:off x="6000759" y="3763226"/>
            <a:ext cx="2660651" cy="215900"/>
          </a:xfrm>
        </p:spPr>
        <p:txBody>
          <a:bodyPr anchor="t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4" name="Symbol zastępczy tekstu 11"/>
          <p:cNvSpPr>
            <a:spLocks noGrp="1"/>
          </p:cNvSpPr>
          <p:nvPr>
            <p:ph type="body" sz="quarter" idx="47" hasCustomPrompt="1"/>
          </p:nvPr>
        </p:nvSpPr>
        <p:spPr>
          <a:xfrm>
            <a:off x="6000759" y="4035052"/>
            <a:ext cx="2660651" cy="278538"/>
          </a:xfrm>
          <a:noFill/>
        </p:spPr>
        <p:txBody>
          <a:bodyPr wrap="square" rtlCol="0" anchor="t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pic>
        <p:nvPicPr>
          <p:cNvPr id="58" name="Obraz 5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Prostokąt 2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ytuł 1"/>
          <p:cNvSpPr>
            <a:spLocks noGrp="1"/>
          </p:cNvSpPr>
          <p:nvPr>
            <p:ph type="title" hasCustomPrompt="1"/>
          </p:nvPr>
        </p:nvSpPr>
        <p:spPr>
          <a:xfrm>
            <a:off x="5289558" y="109001"/>
            <a:ext cx="3397241" cy="692865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660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 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rostokąt 45"/>
          <p:cNvSpPr/>
          <p:nvPr userDrawn="1"/>
        </p:nvSpPr>
        <p:spPr>
          <a:xfrm>
            <a:off x="4874781" y="0"/>
            <a:ext cx="426921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rgbClr val="FFFFFF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pic>
        <p:nvPicPr>
          <p:cNvPr id="58" name="Obraz 5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22" name="Prostokąt 2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ytuł 1"/>
          <p:cNvSpPr>
            <a:spLocks noGrp="1"/>
          </p:cNvSpPr>
          <p:nvPr>
            <p:ph type="title" hasCustomPrompt="1"/>
          </p:nvPr>
        </p:nvSpPr>
        <p:spPr>
          <a:xfrm>
            <a:off x="5289558" y="109001"/>
            <a:ext cx="3397241" cy="692865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  <p:sp>
        <p:nvSpPr>
          <p:cNvPr id="15" name="Symbol zastępczy tekstu 6"/>
          <p:cNvSpPr>
            <a:spLocks noGrp="1"/>
          </p:cNvSpPr>
          <p:nvPr>
            <p:ph type="body" sz="quarter" idx="40" hasCustomPrompt="1"/>
          </p:nvPr>
        </p:nvSpPr>
        <p:spPr>
          <a:xfrm>
            <a:off x="6000759" y="1185126"/>
            <a:ext cx="2692788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7" name="Symbol zastępczy tekstu 6"/>
          <p:cNvSpPr>
            <a:spLocks noGrp="1"/>
          </p:cNvSpPr>
          <p:nvPr>
            <p:ph type="body" sz="quarter" idx="42" hasCustomPrompt="1"/>
          </p:nvPr>
        </p:nvSpPr>
        <p:spPr>
          <a:xfrm>
            <a:off x="6000759" y="2067776"/>
            <a:ext cx="268604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8" name="Symbol zastępczy tekstu 6"/>
          <p:cNvSpPr>
            <a:spLocks noGrp="1"/>
          </p:cNvSpPr>
          <p:nvPr>
            <p:ph type="body" sz="quarter" idx="44" hasCustomPrompt="1"/>
          </p:nvPr>
        </p:nvSpPr>
        <p:spPr>
          <a:xfrm>
            <a:off x="6000759" y="2905976"/>
            <a:ext cx="2686040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9" name="Symbol zastępczy tekstu 6"/>
          <p:cNvSpPr>
            <a:spLocks noGrp="1"/>
          </p:cNvSpPr>
          <p:nvPr>
            <p:ph type="body" sz="quarter" idx="46" hasCustomPrompt="1"/>
          </p:nvPr>
        </p:nvSpPr>
        <p:spPr>
          <a:xfrm>
            <a:off x="6000759" y="3763226"/>
            <a:ext cx="2692788" cy="550364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044656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676401" y="1556996"/>
            <a:ext cx="2832100" cy="460440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12" name="Symbol zastępczy tekstu 11"/>
          <p:cNvSpPr>
            <a:spLocks noGrp="1"/>
          </p:cNvSpPr>
          <p:nvPr>
            <p:ph type="body" sz="quarter" idx="16" hasCustomPrompt="1"/>
          </p:nvPr>
        </p:nvSpPr>
        <p:spPr>
          <a:xfrm>
            <a:off x="1676401" y="2015848"/>
            <a:ext cx="2832099" cy="278538"/>
          </a:xfrm>
          <a:noFill/>
        </p:spPr>
        <p:txBody>
          <a:bodyPr wrap="square" rtlCol="0" anchor="b">
            <a:spAutoFit/>
          </a:bodyPr>
          <a:lstStyle>
            <a:lvl1pPr marL="0" indent="0">
              <a:buNone/>
              <a:defRPr lang="pl-PL" sz="1100" b="0" smtClean="0">
                <a:solidFill>
                  <a:srgbClr val="242424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1676401" y="3087346"/>
            <a:ext cx="2832100" cy="460440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8" name="Symbol zastępczy tekstu 11"/>
          <p:cNvSpPr>
            <a:spLocks noGrp="1"/>
          </p:cNvSpPr>
          <p:nvPr>
            <p:ph type="body" sz="quarter" idx="25" hasCustomPrompt="1"/>
          </p:nvPr>
        </p:nvSpPr>
        <p:spPr>
          <a:xfrm>
            <a:off x="1676401" y="3538824"/>
            <a:ext cx="2832099" cy="278538"/>
          </a:xfr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242424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4" name="Symbol zastępczy obrazu 3"/>
          <p:cNvSpPr>
            <a:spLocks noGrp="1"/>
          </p:cNvSpPr>
          <p:nvPr>
            <p:ph type="pic" sz="quarter" idx="33" hasCustomPrompt="1"/>
          </p:nvPr>
        </p:nvSpPr>
        <p:spPr>
          <a:xfrm>
            <a:off x="463255" y="1559089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9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25" name="Symbol zastępczy obrazu 3"/>
          <p:cNvSpPr>
            <a:spLocks noGrp="1"/>
          </p:cNvSpPr>
          <p:nvPr>
            <p:ph type="pic" sz="quarter" idx="34" hasCustomPrompt="1"/>
          </p:nvPr>
        </p:nvSpPr>
        <p:spPr>
          <a:xfrm>
            <a:off x="463255" y="3071816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26" name="Symbol zastępczy tekstu 6"/>
          <p:cNvSpPr>
            <a:spLocks noGrp="1"/>
          </p:cNvSpPr>
          <p:nvPr>
            <p:ph type="body" sz="quarter" idx="35" hasCustomPrompt="1"/>
          </p:nvPr>
        </p:nvSpPr>
        <p:spPr>
          <a:xfrm>
            <a:off x="5856584" y="1556996"/>
            <a:ext cx="2832100" cy="460440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7" name="Symbol zastępczy tekstu 11"/>
          <p:cNvSpPr>
            <a:spLocks noGrp="1"/>
          </p:cNvSpPr>
          <p:nvPr>
            <p:ph type="body" sz="quarter" idx="36" hasCustomPrompt="1"/>
          </p:nvPr>
        </p:nvSpPr>
        <p:spPr>
          <a:xfrm>
            <a:off x="5856584" y="2008474"/>
            <a:ext cx="2832099" cy="278538"/>
          </a:xfr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242424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8" name="Symbol zastępczy tekstu 6"/>
          <p:cNvSpPr>
            <a:spLocks noGrp="1"/>
          </p:cNvSpPr>
          <p:nvPr>
            <p:ph type="body" sz="quarter" idx="37" hasCustomPrompt="1"/>
          </p:nvPr>
        </p:nvSpPr>
        <p:spPr>
          <a:xfrm>
            <a:off x="5856584" y="3087346"/>
            <a:ext cx="2832100" cy="460440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9" name="Symbol zastępczy tekstu 11"/>
          <p:cNvSpPr>
            <a:spLocks noGrp="1"/>
          </p:cNvSpPr>
          <p:nvPr>
            <p:ph type="body" sz="quarter" idx="38" hasCustomPrompt="1"/>
          </p:nvPr>
        </p:nvSpPr>
        <p:spPr>
          <a:xfrm>
            <a:off x="5856584" y="3538824"/>
            <a:ext cx="2832099" cy="278538"/>
          </a:xfr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110000"/>
              </a:lnSpc>
              <a:buNone/>
              <a:defRPr lang="pl-PL" sz="1100" b="0" smtClean="0">
                <a:solidFill>
                  <a:srgbClr val="242424"/>
                </a:solidFill>
              </a:defRPr>
            </a:lvl1pPr>
            <a:lvl2pPr>
              <a:defRPr lang="pl-PL" sz="1800" smtClean="0"/>
            </a:lvl2pPr>
            <a:lvl3pPr>
              <a:defRPr lang="pl-PL" sz="1800" smtClean="0"/>
            </a:lvl3pPr>
            <a:lvl4pPr>
              <a:defRPr lang="pl-PL" sz="1800" smtClean="0"/>
            </a:lvl4pPr>
            <a:lvl5pPr>
              <a:defRPr lang="pl-PL" sz="60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ct val="110000"/>
              </a:lnSpc>
            </a:pPr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0" name="Symbol zastępczy obrazu 3"/>
          <p:cNvSpPr>
            <a:spLocks noGrp="1"/>
          </p:cNvSpPr>
          <p:nvPr>
            <p:ph type="pic" sz="quarter" idx="39" hasCustomPrompt="1"/>
          </p:nvPr>
        </p:nvSpPr>
        <p:spPr>
          <a:xfrm>
            <a:off x="4643438" y="1559089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40" hasCustomPrompt="1"/>
          </p:nvPr>
        </p:nvSpPr>
        <p:spPr>
          <a:xfrm>
            <a:off x="4643438" y="3071816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pic>
        <p:nvPicPr>
          <p:cNvPr id="23" name="Obraz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1" name="Prostokąt 20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524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5" hasCustomPrompt="1"/>
          </p:nvPr>
        </p:nvSpPr>
        <p:spPr>
          <a:xfrm>
            <a:off x="1676401" y="1556995"/>
            <a:ext cx="2832100" cy="965699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47" name="Symbol zastępczy tekstu 6"/>
          <p:cNvSpPr>
            <a:spLocks noGrp="1"/>
          </p:cNvSpPr>
          <p:nvPr>
            <p:ph type="body" sz="quarter" idx="24" hasCustomPrompt="1"/>
          </p:nvPr>
        </p:nvSpPr>
        <p:spPr>
          <a:xfrm>
            <a:off x="1676401" y="3087345"/>
            <a:ext cx="2832100" cy="965699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4" name="Symbol zastępczy obrazu 3"/>
          <p:cNvSpPr>
            <a:spLocks noGrp="1"/>
          </p:cNvSpPr>
          <p:nvPr>
            <p:ph type="pic" sz="quarter" idx="33" hasCustomPrompt="1"/>
          </p:nvPr>
        </p:nvSpPr>
        <p:spPr>
          <a:xfrm>
            <a:off x="463255" y="1559089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 defTabSz="457200" rtl="0" eaLnBrk="1" latinLnBrk="0" hangingPunct="1">
              <a:buNone/>
              <a:defRPr lang="pl-PL" sz="9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25" name="Symbol zastępczy obrazu 3"/>
          <p:cNvSpPr>
            <a:spLocks noGrp="1"/>
          </p:cNvSpPr>
          <p:nvPr>
            <p:ph type="pic" sz="quarter" idx="34" hasCustomPrompt="1"/>
          </p:nvPr>
        </p:nvSpPr>
        <p:spPr>
          <a:xfrm>
            <a:off x="463255" y="3071816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26" name="Symbol zastępczy tekstu 6"/>
          <p:cNvSpPr>
            <a:spLocks noGrp="1"/>
          </p:cNvSpPr>
          <p:nvPr>
            <p:ph type="body" sz="quarter" idx="35" hasCustomPrompt="1"/>
          </p:nvPr>
        </p:nvSpPr>
        <p:spPr>
          <a:xfrm>
            <a:off x="5856584" y="1556995"/>
            <a:ext cx="2832100" cy="965699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28" name="Symbol zastępczy tekstu 6"/>
          <p:cNvSpPr>
            <a:spLocks noGrp="1"/>
          </p:cNvSpPr>
          <p:nvPr>
            <p:ph type="body" sz="quarter" idx="37" hasCustomPrompt="1"/>
          </p:nvPr>
        </p:nvSpPr>
        <p:spPr>
          <a:xfrm>
            <a:off x="5856584" y="3087345"/>
            <a:ext cx="2832100" cy="965699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name</a:t>
            </a:r>
            <a:endParaRPr lang="pl-PL" dirty="0"/>
          </a:p>
        </p:txBody>
      </p:sp>
      <p:sp>
        <p:nvSpPr>
          <p:cNvPr id="30" name="Symbol zastępczy obrazu 3"/>
          <p:cNvSpPr>
            <a:spLocks noGrp="1"/>
          </p:cNvSpPr>
          <p:nvPr>
            <p:ph type="pic" sz="quarter" idx="39" hasCustomPrompt="1"/>
          </p:nvPr>
        </p:nvSpPr>
        <p:spPr>
          <a:xfrm>
            <a:off x="4643438" y="1559089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sp>
        <p:nvSpPr>
          <p:cNvPr id="31" name="Symbol zastępczy obrazu 3"/>
          <p:cNvSpPr>
            <a:spLocks noGrp="1"/>
          </p:cNvSpPr>
          <p:nvPr>
            <p:ph type="pic" sz="quarter" idx="40" hasCustomPrompt="1"/>
          </p:nvPr>
        </p:nvSpPr>
        <p:spPr>
          <a:xfrm>
            <a:off x="4643438" y="3071816"/>
            <a:ext cx="981229" cy="981229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9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l-PL" dirty="0"/>
              <a:t>CLICK AND CHOOSE PICTURE</a:t>
            </a:r>
          </a:p>
        </p:txBody>
      </p:sp>
      <p:pic>
        <p:nvPicPr>
          <p:cNvPr id="23" name="Obraz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3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21" name="Prostokąt 20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651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" name="Obraz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6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31" hasCustomPrompt="1"/>
          </p:nvPr>
        </p:nvSpPr>
        <p:spPr>
          <a:xfrm>
            <a:off x="457199" y="853641"/>
            <a:ext cx="3937001" cy="3222326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pic>
        <p:nvPicPr>
          <p:cNvPr id="13" name="Obraz 12" descr="iPad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627" y="429950"/>
            <a:ext cx="2621423" cy="3705739"/>
          </a:xfrm>
          <a:prstGeom prst="rect">
            <a:avLst/>
          </a:prstGeom>
        </p:spPr>
      </p:pic>
      <p:sp>
        <p:nvSpPr>
          <p:cNvPr id="5" name="Symbol zastępczy obrazu 4"/>
          <p:cNvSpPr>
            <a:spLocks noGrp="1"/>
          </p:cNvSpPr>
          <p:nvPr>
            <p:ph type="pic" sz="quarter" idx="32"/>
          </p:nvPr>
        </p:nvSpPr>
        <p:spPr>
          <a:xfrm>
            <a:off x="5805488" y="758825"/>
            <a:ext cx="2305050" cy="3040063"/>
          </a:xfrm>
        </p:spPr>
        <p:txBody>
          <a:bodyPr anchor="ctr"/>
          <a:lstStyle>
            <a:lvl1pPr algn="ctr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899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Obraz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7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sz="quarter" idx="31" hasCustomPrompt="1"/>
          </p:nvPr>
        </p:nvSpPr>
        <p:spPr>
          <a:xfrm>
            <a:off x="457199" y="853641"/>
            <a:ext cx="3937001" cy="3222325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</p:txBody>
      </p:sp>
      <p:pic>
        <p:nvPicPr>
          <p:cNvPr id="14" name="Obraz 13" descr="iPhon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7438" y="435800"/>
            <a:ext cx="1816309" cy="3699889"/>
          </a:xfrm>
          <a:prstGeom prst="rect">
            <a:avLst/>
          </a:prstGeom>
        </p:spPr>
      </p:pic>
      <p:sp>
        <p:nvSpPr>
          <p:cNvPr id="3" name="Symbol zastępczy obrazu 2"/>
          <p:cNvSpPr>
            <a:spLocks noGrp="1"/>
          </p:cNvSpPr>
          <p:nvPr>
            <p:ph type="pic" sz="quarter" idx="32"/>
          </p:nvPr>
        </p:nvSpPr>
        <p:spPr>
          <a:xfrm>
            <a:off x="5843588" y="877888"/>
            <a:ext cx="1582737" cy="2809875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054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tokąt 15"/>
          <p:cNvSpPr/>
          <p:nvPr userDrawn="1"/>
        </p:nvSpPr>
        <p:spPr>
          <a:xfrm flipV="1">
            <a:off x="0" y="80792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8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chemeClr val="accent1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sz="quarter" idx="31" hasCustomPrompt="1"/>
          </p:nvPr>
        </p:nvSpPr>
        <p:spPr>
          <a:xfrm>
            <a:off x="457199" y="853641"/>
            <a:ext cx="3937001" cy="3222326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1400" b="0">
                <a:solidFill>
                  <a:schemeClr val="tx1"/>
                </a:solidFill>
              </a:defRPr>
            </a:lvl2pPr>
            <a:lvl3pPr marL="914400" indent="0">
              <a:buNone/>
              <a:defRPr sz="1400" b="0">
                <a:solidFill>
                  <a:schemeClr val="tx1"/>
                </a:solidFill>
              </a:defRPr>
            </a:lvl3pPr>
            <a:lvl4pPr marL="1371600" indent="0">
              <a:buNone/>
              <a:defRPr sz="1400" b="0">
                <a:solidFill>
                  <a:schemeClr val="tx1"/>
                </a:solidFill>
              </a:defRPr>
            </a:lvl4pPr>
            <a:lvl5pPr marL="1828800" indent="0">
              <a:buNone/>
              <a:defRPr sz="1400" b="0">
                <a:solidFill>
                  <a:schemeClr val="tx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0"/>
            <a:endParaRPr lang="pl-PL" dirty="0"/>
          </a:p>
        </p:txBody>
      </p:sp>
      <p:pic>
        <p:nvPicPr>
          <p:cNvPr id="14" name="Obraz 13" descr="iPad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9222" y="435800"/>
            <a:ext cx="2622397" cy="3707116"/>
          </a:xfrm>
          <a:prstGeom prst="rect">
            <a:avLst/>
          </a:prstGeom>
        </p:spPr>
      </p:pic>
      <p:sp>
        <p:nvSpPr>
          <p:cNvPr id="5" name="Symbol zastępczy obrazu 4"/>
          <p:cNvSpPr>
            <a:spLocks noGrp="1"/>
          </p:cNvSpPr>
          <p:nvPr>
            <p:ph type="pic" sz="quarter" idx="33"/>
          </p:nvPr>
        </p:nvSpPr>
        <p:spPr>
          <a:xfrm>
            <a:off x="5040313" y="765174"/>
            <a:ext cx="2282825" cy="3060000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pic>
        <p:nvPicPr>
          <p:cNvPr id="15" name="Obraz 14" descr="iPhon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0199" y="1861432"/>
            <a:ext cx="1120001" cy="2281484"/>
          </a:xfrm>
          <a:prstGeom prst="rect">
            <a:avLst/>
          </a:prstGeom>
        </p:spPr>
      </p:pic>
      <p:sp>
        <p:nvSpPr>
          <p:cNvPr id="3" name="Symbol zastępczy obrazu 2"/>
          <p:cNvSpPr>
            <a:spLocks noGrp="1"/>
          </p:cNvSpPr>
          <p:nvPr>
            <p:ph type="pic" sz="quarter" idx="32"/>
          </p:nvPr>
        </p:nvSpPr>
        <p:spPr>
          <a:xfrm>
            <a:off x="7463767" y="2141538"/>
            <a:ext cx="972000" cy="1716087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ctr" defTabSz="457200" rtl="0" eaLnBrk="1" latinLnBrk="0" hangingPunct="1">
              <a:spcBef>
                <a:spcPct val="20000"/>
              </a:spcBef>
              <a:buFont typeface="Wingdings" charset="2"/>
              <a:buNone/>
              <a:defRPr lang="pl-PL"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107364"/>
            <a:ext cx="8229600" cy="700557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5054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57200" y="641894"/>
            <a:ext cx="8236344" cy="2290004"/>
          </a:xfrm>
        </p:spPr>
        <p:txBody>
          <a:bodyPr anchor="b">
            <a:noAutofit/>
          </a:bodyPr>
          <a:lstStyle>
            <a:lvl1pPr algn="ctr">
              <a:defRPr sz="7400" b="1" cap="all" baseline="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INSERT NAME</a:t>
            </a:r>
          </a:p>
        </p:txBody>
      </p:sp>
      <p:sp>
        <p:nvSpPr>
          <p:cNvPr id="11" name="Symbol zastępczy tekstu 10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931501"/>
            <a:ext cx="8236344" cy="1573885"/>
          </a:xfrm>
        </p:spPr>
        <p:txBody>
          <a:bodyPr>
            <a:normAutofit/>
          </a:bodyPr>
          <a:lstStyle>
            <a:lvl1pPr algn="ctr">
              <a:buNone/>
              <a:defRPr sz="26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2" name="Symbol zastępczy numeru slajdu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412749" cy="27384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rgbClr val="FFFFFF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  <p:sp>
        <p:nvSpPr>
          <p:cNvPr id="6" name="Prostokąt 5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6590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y Ques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/>
          <p:cNvSpPr>
            <a:spLocks noGrp="1"/>
          </p:cNvSpPr>
          <p:nvPr>
            <p:ph type="ctrTitle" hasCustomPrompt="1"/>
          </p:nvPr>
        </p:nvSpPr>
        <p:spPr>
          <a:xfrm>
            <a:off x="406400" y="2004595"/>
            <a:ext cx="8287144" cy="528287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pl-PL" dirty="0"/>
              <a:t>INSERT TITLE (</a:t>
            </a:r>
            <a:r>
              <a:rPr lang="pl-PL" dirty="0" err="1"/>
              <a:t>e.g</a:t>
            </a:r>
            <a:r>
              <a:rPr lang="pl-PL" dirty="0"/>
              <a:t>. </a:t>
            </a:r>
            <a:r>
              <a:rPr lang="pl-PL" dirty="0" err="1"/>
              <a:t>ANY</a:t>
            </a:r>
            <a:r>
              <a:rPr lang="pl-PL" dirty="0"/>
              <a:t> </a:t>
            </a:r>
            <a:r>
              <a:rPr lang="pl-PL" dirty="0" err="1"/>
              <a:t>QUESTIONS</a:t>
            </a:r>
            <a:r>
              <a:rPr lang="pl-PL" dirty="0"/>
              <a:t>?)</a:t>
            </a:r>
          </a:p>
        </p:txBody>
      </p:sp>
      <p:sp>
        <p:nvSpPr>
          <p:cNvPr id="15" name="Symbol zastępczy tekstu 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2" y="2997200"/>
            <a:ext cx="4051297" cy="304800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1600" b="1" baseline="0">
                <a:solidFill>
                  <a:srgbClr val="26437E"/>
                </a:solidFill>
              </a:defRPr>
            </a:lvl1pPr>
          </a:lstStyle>
          <a:p>
            <a:pPr lvl="0"/>
            <a:r>
              <a:rPr lang="pl-PL" dirty="0"/>
              <a:t>INSERT NAME AND SURNAME</a:t>
            </a:r>
          </a:p>
        </p:txBody>
      </p:sp>
      <p:sp>
        <p:nvSpPr>
          <p:cNvPr id="16" name="Symbol zastępczy tekstu 8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3" y="3308350"/>
            <a:ext cx="4051296" cy="260350"/>
          </a:xfrm>
        </p:spPr>
        <p:txBody>
          <a:bodyPr lIns="0" r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50" b="0" baseline="0">
                <a:solidFill>
                  <a:srgbClr val="26437E"/>
                </a:solidFill>
              </a:defRPr>
            </a:lvl1pPr>
            <a:lvl2pPr marL="457200" indent="0">
              <a:buNone/>
              <a:defRPr sz="900" b="0">
                <a:solidFill>
                  <a:srgbClr val="26437E"/>
                </a:solidFill>
              </a:defRPr>
            </a:lvl2pPr>
            <a:lvl3pPr marL="914400" indent="0">
              <a:buNone/>
              <a:defRPr sz="900" b="0">
                <a:solidFill>
                  <a:srgbClr val="26437E"/>
                </a:solidFill>
              </a:defRPr>
            </a:lvl3pPr>
            <a:lvl4pPr marL="1371600" indent="0">
              <a:buNone/>
              <a:defRPr sz="900" b="0">
                <a:solidFill>
                  <a:srgbClr val="26437E"/>
                </a:solidFill>
              </a:defRPr>
            </a:lvl4pPr>
            <a:lvl5pPr marL="1828800" indent="0">
              <a:buNone/>
              <a:defRPr sz="900" b="0">
                <a:solidFill>
                  <a:srgbClr val="26437E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0" name="Prostokąt 9"/>
          <p:cNvSpPr/>
          <p:nvPr userDrawn="1"/>
        </p:nvSpPr>
        <p:spPr>
          <a:xfrm flipV="1">
            <a:off x="0" y="5097781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2107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y Ques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06400" y="2004595"/>
            <a:ext cx="8287144" cy="528287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2400" b="1" baseline="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INSERT TITLE (</a:t>
            </a:r>
            <a:r>
              <a:rPr lang="pl-PL" dirty="0" err="1"/>
              <a:t>e.g</a:t>
            </a:r>
            <a:r>
              <a:rPr lang="pl-PL" dirty="0"/>
              <a:t>. </a:t>
            </a:r>
            <a:r>
              <a:rPr lang="pl-PL" dirty="0" err="1"/>
              <a:t>ANY</a:t>
            </a:r>
            <a:r>
              <a:rPr lang="pl-PL" dirty="0"/>
              <a:t> </a:t>
            </a:r>
            <a:r>
              <a:rPr lang="pl-PL" dirty="0" err="1"/>
              <a:t>QUESTIONS</a:t>
            </a:r>
            <a:r>
              <a:rPr lang="pl-PL" dirty="0"/>
              <a:t>?)</a:t>
            </a: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2" y="2997200"/>
            <a:ext cx="4051297" cy="304800"/>
          </a:xfrm>
        </p:spPr>
        <p:txBody>
          <a:bodyPr lIns="0" rIns="0" anchor="b">
            <a:noAutofit/>
          </a:bodyPr>
          <a:lstStyle>
            <a:lvl1pPr marL="0" indent="0">
              <a:buNone/>
              <a:defRPr sz="1600" b="1" baseline="0">
                <a:solidFill>
                  <a:srgbClr val="26437E"/>
                </a:solidFill>
              </a:defRPr>
            </a:lvl1pPr>
          </a:lstStyle>
          <a:p>
            <a:pPr lvl="0"/>
            <a:r>
              <a:rPr lang="pl-PL" dirty="0"/>
              <a:t>INSERT NAME AND SURNAME</a:t>
            </a:r>
          </a:p>
        </p:txBody>
      </p:sp>
      <p:sp>
        <p:nvSpPr>
          <p:cNvPr id="12" name="Symbol zastępczy tekstu 8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3" y="3308350"/>
            <a:ext cx="4051296" cy="260350"/>
          </a:xfrm>
        </p:spPr>
        <p:txBody>
          <a:bodyPr lIns="0" r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50" b="0" baseline="0">
                <a:solidFill>
                  <a:srgbClr val="26437E"/>
                </a:solidFill>
              </a:defRPr>
            </a:lvl1pPr>
            <a:lvl2pPr marL="457200" indent="0">
              <a:buNone/>
              <a:defRPr sz="900" b="0">
                <a:solidFill>
                  <a:srgbClr val="26437E"/>
                </a:solidFill>
              </a:defRPr>
            </a:lvl2pPr>
            <a:lvl3pPr marL="914400" indent="0">
              <a:buNone/>
              <a:defRPr sz="900" b="0">
                <a:solidFill>
                  <a:srgbClr val="26437E"/>
                </a:solidFill>
              </a:defRPr>
            </a:lvl3pPr>
            <a:lvl4pPr marL="1371600" indent="0">
              <a:buNone/>
              <a:defRPr sz="900" b="0">
                <a:solidFill>
                  <a:srgbClr val="26437E"/>
                </a:solidFill>
              </a:defRPr>
            </a:lvl4pPr>
            <a:lvl5pPr marL="1828800" indent="0">
              <a:buNone/>
              <a:defRPr sz="900" b="0">
                <a:solidFill>
                  <a:srgbClr val="26437E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position</a:t>
            </a:r>
            <a:endParaRPr lang="pl-PL" dirty="0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6" name="Prostokąt 15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9214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57200" y="338400"/>
            <a:ext cx="3784600" cy="703223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2400" b="1" baseline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730143"/>
            <a:ext cx="2311400" cy="1898650"/>
          </a:xfrm>
        </p:spPr>
        <p:txBody>
          <a:bodyPr anchor="ctr">
            <a:noAutofit/>
          </a:bodyPr>
          <a:lstStyle>
            <a:lvl1pPr marL="0" indent="0" algn="ctr">
              <a:buNone/>
              <a:defRPr sz="13800" b="0">
                <a:solidFill>
                  <a:schemeClr val="tx2">
                    <a:alpha val="40000"/>
                  </a:schemeClr>
                </a:solidFill>
              </a:defRPr>
            </a:lvl1pPr>
          </a:lstStyle>
          <a:p>
            <a:pPr lvl="0"/>
            <a:r>
              <a:rPr lang="pl-PL" dirty="0"/>
              <a:t>7</a:t>
            </a:r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55643"/>
            <a:ext cx="2311400" cy="450850"/>
          </a:xfrm>
        </p:spPr>
        <p:txBody>
          <a:bodyPr/>
          <a:lstStyle>
            <a:lvl1pPr marL="0" indent="0" algn="ctr">
              <a:buNone/>
              <a:defRPr b="0" spc="300">
                <a:solidFill>
                  <a:schemeClr val="tx2"/>
                </a:solidFill>
              </a:defRPr>
            </a:lvl1pPr>
          </a:lstStyle>
          <a:p>
            <a:pPr lvl="0"/>
            <a:r>
              <a:rPr lang="pl-PL" dirty="0"/>
              <a:t>INSERT NAME</a:t>
            </a:r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5356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2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8" name="Tytuł 1"/>
          <p:cNvSpPr>
            <a:spLocks noGrp="1"/>
          </p:cNvSpPr>
          <p:nvPr>
            <p:ph type="ctrTitle" hasCustomPrompt="1"/>
          </p:nvPr>
        </p:nvSpPr>
        <p:spPr>
          <a:xfrm>
            <a:off x="5359400" y="338400"/>
            <a:ext cx="3784600" cy="703223"/>
          </a:xfr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2400" b="1" baseline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10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6108701" y="1492368"/>
            <a:ext cx="2311400" cy="1898650"/>
          </a:xfrm>
        </p:spPr>
        <p:txBody>
          <a:bodyPr anchor="ctr">
            <a:noAutofit/>
          </a:bodyPr>
          <a:lstStyle>
            <a:lvl1pPr marL="0" indent="0" algn="ctr">
              <a:buNone/>
              <a:defRPr sz="13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pl-PL" dirty="0"/>
              <a:t>7</a:t>
            </a:r>
          </a:p>
        </p:txBody>
      </p:sp>
      <p:sp>
        <p:nvSpPr>
          <p:cNvPr id="11" name="Symbol zastępczy tekstu 8"/>
          <p:cNvSpPr>
            <a:spLocks noGrp="1"/>
          </p:cNvSpPr>
          <p:nvPr>
            <p:ph type="body" sz="quarter" idx="11" hasCustomPrompt="1"/>
          </p:nvPr>
        </p:nvSpPr>
        <p:spPr>
          <a:xfrm>
            <a:off x="6108701" y="2317868"/>
            <a:ext cx="2311400" cy="450850"/>
          </a:xfrm>
        </p:spPr>
        <p:txBody>
          <a:bodyPr/>
          <a:lstStyle>
            <a:lvl1pPr marL="0" indent="0" algn="ctr">
              <a:buNone/>
              <a:defRPr b="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16" name="Prostokąt 15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2531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3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676997" y="2650036"/>
            <a:ext cx="3535356" cy="703223"/>
          </a:xfrm>
          <a:solidFill>
            <a:srgbClr val="26437E">
              <a:alpha val="50196"/>
            </a:srgbClr>
          </a:solidFill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2600" b="1" baseline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4676997" y="737238"/>
            <a:ext cx="3535356" cy="1898650"/>
          </a:xfrm>
          <a:solidFill>
            <a:srgbClr val="26437E">
              <a:alpha val="50196"/>
            </a:srgb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3800" b="0">
                <a:solidFill>
                  <a:srgbClr val="FFFFFF">
                    <a:alpha val="40000"/>
                  </a:srgbClr>
                </a:solidFill>
              </a:defRPr>
            </a:lvl1pPr>
          </a:lstStyle>
          <a:p>
            <a:pPr lvl="0"/>
            <a:r>
              <a:rPr lang="pl-PL" dirty="0"/>
              <a:t>50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0" name="Prostokąt 9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995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4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676997" y="2650036"/>
            <a:ext cx="3535356" cy="703223"/>
          </a:xfrm>
          <a:noFill/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2600" b="1" baseline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4676997" y="737238"/>
            <a:ext cx="3535356" cy="189865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3800" b="0">
                <a:solidFill>
                  <a:srgbClr val="FFFFFF">
                    <a:alpha val="40000"/>
                  </a:srgbClr>
                </a:solidFill>
              </a:defRPr>
            </a:lvl1pPr>
          </a:lstStyle>
          <a:p>
            <a:pPr lvl="0"/>
            <a:r>
              <a:rPr lang="pl-PL" dirty="0"/>
              <a:t>50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0" name="Prostokąt 9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7934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536200" y="2650036"/>
            <a:ext cx="3535356" cy="703223"/>
          </a:xfrm>
          <a:solidFill>
            <a:srgbClr val="FFFFFF">
              <a:alpha val="50196"/>
            </a:srgbClr>
          </a:solidFill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2600" b="1" baseline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536200" y="737238"/>
            <a:ext cx="3535356" cy="1898650"/>
          </a:xfrm>
          <a:solidFill>
            <a:srgbClr val="FFFFFF">
              <a:alpha val="50196"/>
            </a:srgb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3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l-PL" dirty="0"/>
              <a:t>50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0" name="Prostokąt 9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2277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rostokąt 20"/>
          <p:cNvSpPr/>
          <p:nvPr userDrawn="1"/>
        </p:nvSpPr>
        <p:spPr>
          <a:xfrm>
            <a:off x="3656012" y="0"/>
            <a:ext cx="3659981" cy="17113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Symbol zastępczy obrazu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656013" cy="17113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4"/>
                </a:solidFill>
              </a:defRPr>
            </a:lvl1pPr>
          </a:lstStyle>
          <a:p>
            <a:r>
              <a:rPr lang="pl-PL" dirty="0"/>
              <a:t>CLICK AND CHOOSE </a:t>
            </a:r>
          </a:p>
          <a:p>
            <a:r>
              <a:rPr lang="pl-PL" dirty="0"/>
              <a:t>PICTURE</a:t>
            </a:r>
          </a:p>
        </p:txBody>
      </p:sp>
      <p:sp>
        <p:nvSpPr>
          <p:cNvPr id="10" name="Symbol zastępczy obrazu 7"/>
          <p:cNvSpPr>
            <a:spLocks noGrp="1"/>
          </p:cNvSpPr>
          <p:nvPr>
            <p:ph type="pic" sz="quarter" idx="12" hasCustomPrompt="1"/>
          </p:nvPr>
        </p:nvSpPr>
        <p:spPr>
          <a:xfrm>
            <a:off x="3656013" y="1711325"/>
            <a:ext cx="1828007" cy="17113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pl-PL" dirty="0"/>
              <a:t>CLICK AND CHOOSE </a:t>
            </a:r>
          </a:p>
          <a:p>
            <a:r>
              <a:rPr lang="pl-PL" dirty="0"/>
              <a:t>PICTURE</a:t>
            </a:r>
          </a:p>
        </p:txBody>
      </p:sp>
      <p:sp>
        <p:nvSpPr>
          <p:cNvPr id="11" name="Symbol zastępczy obrazu 7"/>
          <p:cNvSpPr>
            <a:spLocks noGrp="1"/>
          </p:cNvSpPr>
          <p:nvPr>
            <p:ph type="pic" sz="quarter" idx="13" hasCustomPrompt="1"/>
          </p:nvPr>
        </p:nvSpPr>
        <p:spPr>
          <a:xfrm>
            <a:off x="5484020" y="1711325"/>
            <a:ext cx="1828007" cy="17113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pl-PL" dirty="0"/>
              <a:t>CLICK AND CHOOSE </a:t>
            </a:r>
          </a:p>
          <a:p>
            <a:r>
              <a:rPr lang="pl-PL" dirty="0"/>
              <a:t>PICTURE</a:t>
            </a:r>
          </a:p>
        </p:txBody>
      </p:sp>
      <p:sp>
        <p:nvSpPr>
          <p:cNvPr id="12" name="Symbol zastępczy obrazu 7"/>
          <p:cNvSpPr>
            <a:spLocks noGrp="1"/>
          </p:cNvSpPr>
          <p:nvPr>
            <p:ph type="pic" sz="quarter" idx="14" hasCustomPrompt="1"/>
          </p:nvPr>
        </p:nvSpPr>
        <p:spPr>
          <a:xfrm>
            <a:off x="1828006" y="3422650"/>
            <a:ext cx="3656014" cy="17113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CLICK AND CHOOSE </a:t>
            </a:r>
          </a:p>
          <a:p>
            <a:r>
              <a:rPr lang="pl-PL" dirty="0"/>
              <a:t>PICTURE</a:t>
            </a:r>
          </a:p>
        </p:txBody>
      </p:sp>
      <p:sp>
        <p:nvSpPr>
          <p:cNvPr id="13" name="Prostokąt 12"/>
          <p:cNvSpPr/>
          <p:nvPr userDrawn="1"/>
        </p:nvSpPr>
        <p:spPr>
          <a:xfrm>
            <a:off x="0" y="1711325"/>
            <a:ext cx="1828006" cy="3432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7315994" y="3422650"/>
            <a:ext cx="1828006" cy="17208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ymbol zastępczy tekstu 15"/>
          <p:cNvSpPr>
            <a:spLocks noGrp="1"/>
          </p:cNvSpPr>
          <p:nvPr>
            <p:ph type="body" sz="quarter" idx="17" hasCustomPrompt="1"/>
          </p:nvPr>
        </p:nvSpPr>
        <p:spPr>
          <a:xfrm>
            <a:off x="3715545" y="208365"/>
            <a:ext cx="2490419" cy="34269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22" name="Symbol zastępczy obrazu 7"/>
          <p:cNvSpPr>
            <a:spLocks noGrp="1"/>
          </p:cNvSpPr>
          <p:nvPr>
            <p:ph type="pic" sz="quarter" idx="18" hasCustomPrompt="1"/>
          </p:nvPr>
        </p:nvSpPr>
        <p:spPr>
          <a:xfrm>
            <a:off x="5484020" y="3422650"/>
            <a:ext cx="1828007" cy="171132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CLICK AND CHOOSE </a:t>
            </a:r>
          </a:p>
          <a:p>
            <a:r>
              <a:rPr lang="pl-PL" dirty="0"/>
              <a:t>PICTURE</a:t>
            </a:r>
          </a:p>
        </p:txBody>
      </p:sp>
      <p:sp>
        <p:nvSpPr>
          <p:cNvPr id="19" name="Symbol zastępczy tekstu 15"/>
          <p:cNvSpPr>
            <a:spLocks noGrp="1"/>
          </p:cNvSpPr>
          <p:nvPr>
            <p:ph type="body" sz="quarter" idx="20" hasCustomPrompt="1"/>
          </p:nvPr>
        </p:nvSpPr>
        <p:spPr>
          <a:xfrm>
            <a:off x="3715545" y="553318"/>
            <a:ext cx="2490419" cy="34269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4" name="Symbol zastępczy tekstu 15"/>
          <p:cNvSpPr>
            <a:spLocks noGrp="1"/>
          </p:cNvSpPr>
          <p:nvPr>
            <p:ph type="body" sz="quarter" idx="21" hasCustomPrompt="1"/>
          </p:nvPr>
        </p:nvSpPr>
        <p:spPr>
          <a:xfrm>
            <a:off x="59534" y="1919690"/>
            <a:ext cx="1617876" cy="34269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25" name="Symbol zastępczy tekstu 15"/>
          <p:cNvSpPr>
            <a:spLocks noGrp="1"/>
          </p:cNvSpPr>
          <p:nvPr>
            <p:ph type="body" sz="quarter" idx="22" hasCustomPrompt="1"/>
          </p:nvPr>
        </p:nvSpPr>
        <p:spPr>
          <a:xfrm>
            <a:off x="59534" y="2264643"/>
            <a:ext cx="1617876" cy="34269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28" name="Symbol zastępczy tekstu 15"/>
          <p:cNvSpPr>
            <a:spLocks noGrp="1"/>
          </p:cNvSpPr>
          <p:nvPr>
            <p:ph type="body" sz="quarter" idx="23" hasCustomPrompt="1"/>
          </p:nvPr>
        </p:nvSpPr>
        <p:spPr>
          <a:xfrm>
            <a:off x="7375528" y="3631015"/>
            <a:ext cx="1617876" cy="34269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29" name="Symbol zastępczy tekstu 15"/>
          <p:cNvSpPr>
            <a:spLocks noGrp="1"/>
          </p:cNvSpPr>
          <p:nvPr>
            <p:ph type="body" sz="quarter" idx="24" hasCustomPrompt="1"/>
          </p:nvPr>
        </p:nvSpPr>
        <p:spPr>
          <a:xfrm>
            <a:off x="7375528" y="3975968"/>
            <a:ext cx="1617876" cy="70503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32" name="Prostokąt 31"/>
          <p:cNvSpPr/>
          <p:nvPr userDrawn="1"/>
        </p:nvSpPr>
        <p:spPr>
          <a:xfrm>
            <a:off x="7315994" y="-18"/>
            <a:ext cx="1828006" cy="34226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Symbol zastępczy tekstu 15"/>
          <p:cNvSpPr>
            <a:spLocks noGrp="1"/>
          </p:cNvSpPr>
          <p:nvPr>
            <p:ph type="body" sz="quarter" idx="25" hasCustomPrompt="1"/>
          </p:nvPr>
        </p:nvSpPr>
        <p:spPr>
          <a:xfrm>
            <a:off x="7375528" y="208347"/>
            <a:ext cx="1617876" cy="34269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34" name="Symbol zastępczy tekstu 15"/>
          <p:cNvSpPr>
            <a:spLocks noGrp="1"/>
          </p:cNvSpPr>
          <p:nvPr>
            <p:ph type="body" sz="quarter" idx="26" hasCustomPrompt="1"/>
          </p:nvPr>
        </p:nvSpPr>
        <p:spPr>
          <a:xfrm>
            <a:off x="7375528" y="553300"/>
            <a:ext cx="1617876" cy="72443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sp>
        <p:nvSpPr>
          <p:cNvPr id="42" name="Prostokąt 41"/>
          <p:cNvSpPr/>
          <p:nvPr userDrawn="1"/>
        </p:nvSpPr>
        <p:spPr>
          <a:xfrm>
            <a:off x="1828007" y="1711325"/>
            <a:ext cx="1828006" cy="17208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Symbol zastępczy tekstu 15"/>
          <p:cNvSpPr>
            <a:spLocks noGrp="1"/>
          </p:cNvSpPr>
          <p:nvPr>
            <p:ph type="body" sz="quarter" idx="27" hasCustomPrompt="1"/>
          </p:nvPr>
        </p:nvSpPr>
        <p:spPr>
          <a:xfrm>
            <a:off x="1887541" y="1919690"/>
            <a:ext cx="1617876" cy="342697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NAME</a:t>
            </a:r>
          </a:p>
        </p:txBody>
      </p:sp>
      <p:sp>
        <p:nvSpPr>
          <p:cNvPr id="44" name="Symbol zastępczy tekstu 15"/>
          <p:cNvSpPr>
            <a:spLocks noGrp="1"/>
          </p:cNvSpPr>
          <p:nvPr>
            <p:ph type="body" sz="quarter" idx="28" hasCustomPrompt="1"/>
          </p:nvPr>
        </p:nvSpPr>
        <p:spPr>
          <a:xfrm>
            <a:off x="1887541" y="2264643"/>
            <a:ext cx="1617876" cy="34269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pic>
        <p:nvPicPr>
          <p:cNvPr id="23" name="Obraz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146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 userDrawn="1"/>
        </p:nvSpPr>
        <p:spPr>
          <a:xfrm>
            <a:off x="1047625" y="0"/>
            <a:ext cx="3140188" cy="5143500"/>
          </a:xfrm>
          <a:prstGeom prst="rect">
            <a:avLst/>
          </a:prstGeom>
          <a:solidFill>
            <a:schemeClr val="tx2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1205071" y="2217496"/>
            <a:ext cx="2825296" cy="930713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description</a:t>
            </a:r>
            <a:endParaRPr lang="pl-PL" dirty="0"/>
          </a:p>
        </p:txBody>
      </p:sp>
      <p:pic>
        <p:nvPicPr>
          <p:cNvPr id="5" name="Obraz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8" name="Tytuł 2"/>
          <p:cNvSpPr>
            <a:spLocks noGrp="1"/>
          </p:cNvSpPr>
          <p:nvPr>
            <p:ph type="title" hasCustomPrompt="1"/>
          </p:nvPr>
        </p:nvSpPr>
        <p:spPr>
          <a:xfrm>
            <a:off x="1205071" y="1020282"/>
            <a:ext cx="2825296" cy="1197213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INSERT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4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 userDrawn="1"/>
        </p:nvSpPr>
        <p:spPr>
          <a:xfrm>
            <a:off x="0" y="0"/>
            <a:ext cx="3140188" cy="51435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oleTekstowe 3"/>
          <p:cNvSpPr txBox="1"/>
          <p:nvPr userDrawn="1"/>
        </p:nvSpPr>
        <p:spPr>
          <a:xfrm>
            <a:off x="596102" y="-1005939"/>
            <a:ext cx="11558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6600" dirty="0">
                <a:solidFill>
                  <a:schemeClr val="bg1"/>
                </a:solidFill>
              </a:rPr>
              <a:t>„</a:t>
            </a:r>
          </a:p>
        </p:txBody>
      </p:sp>
      <p:sp>
        <p:nvSpPr>
          <p:cNvPr id="9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289899"/>
            <a:ext cx="2112496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author</a:t>
            </a:r>
            <a:r>
              <a:rPr lang="pl-PL" dirty="0"/>
              <a:t> of </a:t>
            </a:r>
            <a:r>
              <a:rPr lang="pl-PL" dirty="0" err="1"/>
              <a:t>quote</a:t>
            </a:r>
            <a:endParaRPr lang="pl-PL" dirty="0"/>
          </a:p>
        </p:txBody>
      </p:sp>
      <p:sp>
        <p:nvSpPr>
          <p:cNvPr id="11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570914"/>
            <a:ext cx="2112496" cy="1450441"/>
          </a:xfrm>
        </p:spPr>
        <p:txBody>
          <a:bodyPr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0" i="1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</a:p>
          <a:p>
            <a:pPr lvl="0"/>
            <a:r>
              <a:rPr lang="pl-PL" dirty="0" err="1"/>
              <a:t>quote</a:t>
            </a:r>
            <a:r>
              <a:rPr lang="pl-PL" dirty="0"/>
              <a:t> </a:t>
            </a:r>
          </a:p>
          <a:p>
            <a:pPr lvl="0"/>
            <a:r>
              <a:rPr lang="pl-PL" dirty="0" err="1"/>
              <a:t>here</a:t>
            </a:r>
            <a:endParaRPr lang="pl-PL" dirty="0"/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756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ymbol zastępczy tekstu 6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570914"/>
            <a:ext cx="2112496" cy="1450441"/>
          </a:xfrm>
        </p:spPr>
        <p:txBody>
          <a:bodyPr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0" i="1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</a:p>
          <a:p>
            <a:pPr lvl="0"/>
            <a:r>
              <a:rPr lang="pl-PL" dirty="0" err="1"/>
              <a:t>quote</a:t>
            </a:r>
            <a:r>
              <a:rPr lang="pl-PL" dirty="0"/>
              <a:t> </a:t>
            </a:r>
          </a:p>
          <a:p>
            <a:pPr lvl="0"/>
            <a:r>
              <a:rPr lang="pl-PL" dirty="0" err="1"/>
              <a:t>here</a:t>
            </a:r>
            <a:endParaRPr lang="pl-PL" dirty="0"/>
          </a:p>
        </p:txBody>
      </p:sp>
      <p:sp>
        <p:nvSpPr>
          <p:cNvPr id="4" name="PoleTekstowe 3"/>
          <p:cNvSpPr txBox="1"/>
          <p:nvPr userDrawn="1"/>
        </p:nvSpPr>
        <p:spPr>
          <a:xfrm>
            <a:off x="596102" y="-1005939"/>
            <a:ext cx="11558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6600" dirty="0">
                <a:solidFill>
                  <a:schemeClr val="bg1"/>
                </a:solidFill>
              </a:rPr>
              <a:t>„</a:t>
            </a:r>
          </a:p>
        </p:txBody>
      </p:sp>
      <p:sp>
        <p:nvSpPr>
          <p:cNvPr id="9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289899"/>
            <a:ext cx="2112496" cy="28575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pl-PL" dirty="0"/>
              <a:t>Insert </a:t>
            </a:r>
            <a:r>
              <a:rPr lang="pl-PL" dirty="0" err="1"/>
              <a:t>author</a:t>
            </a:r>
            <a:r>
              <a:rPr lang="pl-PL" dirty="0"/>
              <a:t> of </a:t>
            </a:r>
            <a:r>
              <a:rPr lang="pl-PL" dirty="0" err="1"/>
              <a:t>quote</a:t>
            </a:r>
            <a:endParaRPr lang="pl-PL" dirty="0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025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1" name="Prostokąt 10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ytuł 1"/>
          <p:cNvSpPr>
            <a:spLocks noGrp="1"/>
          </p:cNvSpPr>
          <p:nvPr>
            <p:ph type="title" hasCustomPrompt="1"/>
          </p:nvPr>
        </p:nvSpPr>
        <p:spPr>
          <a:xfrm>
            <a:off x="393700" y="4438649"/>
            <a:ext cx="4779963" cy="522587"/>
          </a:xfrm>
          <a:solidFill>
            <a:schemeClr val="tx1">
              <a:alpha val="95000"/>
            </a:schemeClr>
          </a:solidFill>
        </p:spPr>
        <p:txBody>
          <a:bodyPr anchor="ctr">
            <a:normAutofit/>
          </a:bodyPr>
          <a:lstStyle>
            <a:lvl1pPr algn="l">
              <a:defRPr sz="1800" b="0" baseline="0">
                <a:solidFill>
                  <a:schemeClr val="accent3"/>
                </a:solidFill>
              </a:defRPr>
            </a:lvl1pPr>
          </a:lstStyle>
          <a:p>
            <a:r>
              <a:rPr lang="pl-PL" dirty="0"/>
              <a:t>INSERT </a:t>
            </a:r>
            <a:r>
              <a:rPr lang="pl-PL" dirty="0" err="1"/>
              <a:t>SECTION</a:t>
            </a:r>
            <a:r>
              <a:rPr lang="pl-PL" dirty="0"/>
              <a:t>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9756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tokąt 15"/>
          <p:cNvSpPr/>
          <p:nvPr userDrawn="1"/>
        </p:nvSpPr>
        <p:spPr>
          <a:xfrm>
            <a:off x="0" y="4261651"/>
            <a:ext cx="9144000" cy="881848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  <p:sp>
        <p:nvSpPr>
          <p:cNvPr id="12" name="Prostokąt 11"/>
          <p:cNvSpPr/>
          <p:nvPr userDrawn="1"/>
        </p:nvSpPr>
        <p:spPr>
          <a:xfrm flipV="1">
            <a:off x="0" y="4215930"/>
            <a:ext cx="9144000" cy="4572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ytuł 1"/>
          <p:cNvSpPr>
            <a:spLocks noGrp="1"/>
          </p:cNvSpPr>
          <p:nvPr>
            <p:ph type="title" hasCustomPrompt="1"/>
          </p:nvPr>
        </p:nvSpPr>
        <p:spPr>
          <a:xfrm>
            <a:off x="393700" y="4438649"/>
            <a:ext cx="4779963" cy="522588"/>
          </a:xfrm>
        </p:spPr>
        <p:txBody>
          <a:bodyPr anchor="ctr"/>
          <a:lstStyle>
            <a:lvl1pPr algn="l">
              <a:defRPr b="0">
                <a:solidFill>
                  <a:schemeClr val="accent3"/>
                </a:solidFill>
              </a:defRPr>
            </a:lvl1pPr>
          </a:lstStyle>
          <a:p>
            <a:r>
              <a:rPr lang="pl-PL" dirty="0"/>
              <a:t>INSERT </a:t>
            </a:r>
            <a:r>
              <a:rPr lang="pl-PL" dirty="0" err="1"/>
              <a:t>SECTION</a:t>
            </a:r>
            <a:r>
              <a:rPr lang="pl-PL" dirty="0"/>
              <a:t> </a:t>
            </a:r>
            <a:r>
              <a:rPr lang="pl-PL" dirty="0" err="1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183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57200" y="1600200"/>
            <a:ext cx="8236344" cy="773466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INSERT TITLE (</a:t>
            </a:r>
            <a:r>
              <a:rPr lang="pl-PL" dirty="0" err="1"/>
              <a:t>e.g</a:t>
            </a:r>
            <a:r>
              <a:rPr lang="pl-PL" dirty="0"/>
              <a:t>. THANK YOU!)</a:t>
            </a:r>
          </a:p>
        </p:txBody>
      </p:sp>
      <p:sp>
        <p:nvSpPr>
          <p:cNvPr id="7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200" y="3810975"/>
            <a:ext cx="2870200" cy="1211875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168"/>
              </a:spcBef>
              <a:buNone/>
              <a:defRPr sz="1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COMARCH</a:t>
            </a:r>
          </a:p>
          <a:p>
            <a:r>
              <a:rPr lang="pl-PL" dirty="0"/>
              <a:t>al. Jana Pawła II 39 a </a:t>
            </a:r>
          </a:p>
          <a:p>
            <a:r>
              <a:rPr lang="pl-PL" dirty="0"/>
              <a:t>31-864 Kraków </a:t>
            </a:r>
          </a:p>
          <a:p>
            <a:r>
              <a:rPr lang="pl-PL" dirty="0"/>
              <a:t>Tel. +48 (12) 64 61 000 </a:t>
            </a:r>
          </a:p>
          <a:p>
            <a:r>
              <a:rPr lang="pl-PL" dirty="0"/>
              <a:t>E-Mail: </a:t>
            </a:r>
            <a:r>
              <a:rPr lang="pl-PL" dirty="0" err="1"/>
              <a:t>info@comarch.pl</a:t>
            </a:r>
            <a:r>
              <a:rPr lang="pl-PL" dirty="0"/>
              <a:t> </a:t>
            </a:r>
          </a:p>
          <a:p>
            <a:r>
              <a:rPr lang="pl-PL" dirty="0"/>
              <a:t>www.comarch.com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688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457199" y="1600200"/>
            <a:ext cx="8236347" cy="773466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INSERT TITLE 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e.g</a:t>
            </a:r>
            <a:r>
              <a:rPr lang="pl-PL" dirty="0"/>
              <a:t>. THANK YOU!)</a:t>
            </a:r>
          </a:p>
        </p:txBody>
      </p:sp>
      <p:sp>
        <p:nvSpPr>
          <p:cNvPr id="8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200" y="3810975"/>
            <a:ext cx="2870200" cy="1211875"/>
          </a:xfrm>
        </p:spPr>
        <p:txBody>
          <a:bodyPr lIns="0" tIns="0" rIns="0" bIns="0">
            <a:noAutofit/>
          </a:bodyPr>
          <a:lstStyle>
            <a:lvl1pPr marL="0" indent="0" algn="l">
              <a:spcBef>
                <a:spcPts val="168"/>
              </a:spcBef>
              <a:buNone/>
              <a:defRPr sz="1000" b="0" baseline="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COMARCH</a:t>
            </a:r>
          </a:p>
          <a:p>
            <a:r>
              <a:rPr lang="pl-PL" dirty="0"/>
              <a:t>al. Jana Pawła II 39 a </a:t>
            </a:r>
          </a:p>
          <a:p>
            <a:r>
              <a:rPr lang="pl-PL" dirty="0"/>
              <a:t>31-864 Kraków </a:t>
            </a:r>
          </a:p>
          <a:p>
            <a:r>
              <a:rPr lang="pl-PL" dirty="0"/>
              <a:t>Tel. +48 (12) 64 61 000 </a:t>
            </a:r>
          </a:p>
          <a:p>
            <a:r>
              <a:rPr lang="pl-PL" dirty="0"/>
              <a:t>E-Mail: </a:t>
            </a:r>
            <a:r>
              <a:rPr lang="pl-PL" dirty="0" err="1"/>
              <a:t>info@comarch.pl</a:t>
            </a:r>
            <a:r>
              <a:rPr lang="pl-PL" dirty="0"/>
              <a:t> </a:t>
            </a:r>
          </a:p>
          <a:p>
            <a:r>
              <a:rPr lang="pl-PL" dirty="0"/>
              <a:t>www.comarch.com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1" name="Prostokąt 10"/>
          <p:cNvSpPr/>
          <p:nvPr userDrawn="1"/>
        </p:nvSpPr>
        <p:spPr>
          <a:xfrm flipV="1">
            <a:off x="0" y="509778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2301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 userDrawn="1"/>
        </p:nvSpPr>
        <p:spPr>
          <a:xfrm>
            <a:off x="0" y="0"/>
            <a:ext cx="2152650" cy="51435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200" y="2599101"/>
            <a:ext cx="1587500" cy="97595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700" b="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al. Jana Pawła II 39 a </a:t>
            </a:r>
          </a:p>
          <a:p>
            <a:r>
              <a:rPr lang="pl-PL" dirty="0"/>
              <a:t>31-864 Kraków </a:t>
            </a:r>
          </a:p>
          <a:p>
            <a:r>
              <a:rPr lang="pl-PL" dirty="0"/>
              <a:t>Tel. +48 (12) 64 61 000 </a:t>
            </a:r>
          </a:p>
          <a:p>
            <a:r>
              <a:rPr lang="pl-PL" dirty="0"/>
              <a:t>E-Mail: info@comarch.pl </a:t>
            </a:r>
          </a:p>
          <a:p>
            <a:r>
              <a:rPr lang="pl-PL" dirty="0"/>
              <a:t>www.comarch.com 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331426"/>
            <a:ext cx="800100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662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2">
    <p:bg>
      <p:bgPr>
        <a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 userDrawn="1"/>
        </p:nvSpPr>
        <p:spPr>
          <a:xfrm>
            <a:off x="0" y="0"/>
            <a:ext cx="2152650" cy="5143500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331426"/>
            <a:ext cx="800100" cy="122537"/>
          </a:xfrm>
          <a:prstGeom prst="rect">
            <a:avLst/>
          </a:prstGeom>
        </p:spPr>
      </p:pic>
      <p:sp>
        <p:nvSpPr>
          <p:cNvPr id="6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457200" y="2599101"/>
            <a:ext cx="1587500" cy="97595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700" b="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al. Jana Pawła II 39 a </a:t>
            </a:r>
          </a:p>
          <a:p>
            <a:r>
              <a:rPr lang="pl-PL" dirty="0"/>
              <a:t>31-864 Kraków </a:t>
            </a:r>
          </a:p>
          <a:p>
            <a:r>
              <a:rPr lang="pl-PL" dirty="0"/>
              <a:t>Tel. +48 (12) 64 61 000 </a:t>
            </a:r>
          </a:p>
          <a:p>
            <a:r>
              <a:rPr lang="pl-PL" dirty="0"/>
              <a:t>E-Mail: info@comarch.pl </a:t>
            </a:r>
          </a:p>
          <a:p>
            <a:r>
              <a:rPr lang="pl-PL" dirty="0"/>
              <a:t>www.comarch.com</a:t>
            </a:r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50" y="4838700"/>
            <a:ext cx="800094" cy="12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583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Thank you and soci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Tytuł 1"/>
          <p:cNvSpPr>
            <a:spLocks noGrp="1"/>
          </p:cNvSpPr>
          <p:nvPr>
            <p:ph type="ctrTitle" hasCustomPrompt="1"/>
          </p:nvPr>
        </p:nvSpPr>
        <p:spPr>
          <a:xfrm>
            <a:off x="2066925" y="1335547"/>
            <a:ext cx="5010150" cy="773466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INSERT TITLE 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e.g</a:t>
            </a:r>
            <a:r>
              <a:rPr lang="pl-PL" dirty="0"/>
              <a:t>. THANK YOU!)</a:t>
            </a:r>
          </a:p>
        </p:txBody>
      </p:sp>
      <p:sp>
        <p:nvSpPr>
          <p:cNvPr id="13" name="Symbol zastępczy tekstu 12"/>
          <p:cNvSpPr>
            <a:spLocks noGrp="1"/>
          </p:cNvSpPr>
          <p:nvPr>
            <p:ph type="body" sz="quarter" idx="10" hasCustomPrompt="1"/>
          </p:nvPr>
        </p:nvSpPr>
        <p:spPr>
          <a:xfrm>
            <a:off x="2066925" y="2108660"/>
            <a:ext cx="5010150" cy="509166"/>
          </a:xfrm>
        </p:spPr>
        <p:txBody>
          <a:bodyPr vert="horz" lIns="91440" tIns="45720" rIns="91440" bIns="45720" rtlCol="0" anchor="t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l-PL" sz="1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INSERT SUBTITLE 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e.g</a:t>
            </a:r>
            <a:r>
              <a:rPr lang="pl-PL" dirty="0"/>
              <a:t>. </a:t>
            </a:r>
            <a:r>
              <a:rPr lang="pl-PL" dirty="0" err="1"/>
              <a:t>Questions</a:t>
            </a:r>
            <a:r>
              <a:rPr lang="pl-PL" dirty="0"/>
              <a:t>?)</a:t>
            </a:r>
          </a:p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</p:txBody>
      </p:sp>
      <p:sp>
        <p:nvSpPr>
          <p:cNvPr id="23" name="Prostokąt 22"/>
          <p:cNvSpPr/>
          <p:nvPr userDrawn="1"/>
        </p:nvSpPr>
        <p:spPr>
          <a:xfrm>
            <a:off x="0" y="3893770"/>
            <a:ext cx="9144000" cy="1249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Symbol zastępczy tekstu 12"/>
          <p:cNvSpPr>
            <a:spLocks noGrp="1"/>
          </p:cNvSpPr>
          <p:nvPr>
            <p:ph type="body" sz="quarter" idx="11" hasCustomPrompt="1"/>
          </p:nvPr>
        </p:nvSpPr>
        <p:spPr>
          <a:xfrm>
            <a:off x="765130" y="4372370"/>
            <a:ext cx="1642937" cy="254138"/>
          </a:xfrm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l-PL" sz="900" b="0" i="0" smtClean="0">
                <a:solidFill>
                  <a:schemeClr val="tx2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facebook.com</a:t>
            </a:r>
            <a:r>
              <a:rPr lang="pl-PL" dirty="0"/>
              <a:t>/</a:t>
            </a:r>
            <a:r>
              <a:rPr lang="pl-PL" dirty="0" err="1"/>
              <a:t>comarcherp</a:t>
            </a:r>
            <a:endParaRPr lang="pl-PL" dirty="0"/>
          </a:p>
        </p:txBody>
      </p:sp>
      <p:pic>
        <p:nvPicPr>
          <p:cNvPr id="25" name="Picture 6" descr="C:\Users\Dominik\Downloads\Social_Icons\facebook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7958" y="4329978"/>
            <a:ext cx="327172" cy="327172"/>
          </a:xfrm>
          <a:prstGeom prst="rect">
            <a:avLst/>
          </a:prstGeom>
          <a:noFill/>
        </p:spPr>
      </p:pic>
      <p:sp>
        <p:nvSpPr>
          <p:cNvPr id="26" name="Symbol zastępczy tekstu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8148" y="4372370"/>
            <a:ext cx="1642937" cy="254138"/>
          </a:xfrm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l-PL" sz="900" b="0" i="0" smtClean="0">
                <a:solidFill>
                  <a:schemeClr val="tx2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twitter.com</a:t>
            </a:r>
            <a:r>
              <a:rPr lang="pl-PL" dirty="0"/>
              <a:t>/</a:t>
            </a:r>
            <a:r>
              <a:rPr lang="pl-PL" dirty="0" err="1"/>
              <a:t>comarcherp</a:t>
            </a:r>
            <a:endParaRPr lang="pl-PL" dirty="0"/>
          </a:p>
        </p:txBody>
      </p:sp>
      <p:pic>
        <p:nvPicPr>
          <p:cNvPr id="28" name="Picture 4" descr="C:\Users\Dominik\Downloads\Social_Icons\twitter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0976" y="4329978"/>
            <a:ext cx="327172" cy="327172"/>
          </a:xfrm>
          <a:prstGeom prst="rect">
            <a:avLst/>
          </a:prstGeom>
          <a:noFill/>
        </p:spPr>
      </p:pic>
      <p:sp>
        <p:nvSpPr>
          <p:cNvPr id="29" name="Symbol zastępczy tekstu 12"/>
          <p:cNvSpPr>
            <a:spLocks noGrp="1"/>
          </p:cNvSpPr>
          <p:nvPr>
            <p:ph type="body" sz="quarter" idx="13" hasCustomPrompt="1"/>
          </p:nvPr>
        </p:nvSpPr>
        <p:spPr>
          <a:xfrm>
            <a:off x="7043863" y="4372370"/>
            <a:ext cx="1642937" cy="254138"/>
          </a:xfrm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l-PL" sz="900" b="0" i="0" smtClean="0">
                <a:solidFill>
                  <a:schemeClr val="tx2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youtube.com</a:t>
            </a:r>
            <a:r>
              <a:rPr lang="pl-PL" dirty="0"/>
              <a:t>/</a:t>
            </a:r>
            <a:r>
              <a:rPr lang="pl-PL" dirty="0" err="1"/>
              <a:t>comarcherp</a:t>
            </a:r>
            <a:endParaRPr lang="pl-PL" dirty="0"/>
          </a:p>
        </p:txBody>
      </p:sp>
      <p:pic>
        <p:nvPicPr>
          <p:cNvPr id="33" name="Picture 5" descr="C:\Users\Dominik\Downloads\Social_Icons\youtube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6691" y="4329978"/>
            <a:ext cx="327172" cy="327172"/>
          </a:xfrm>
          <a:prstGeom prst="rect">
            <a:avLst/>
          </a:prstGeom>
          <a:noFill/>
        </p:spPr>
      </p:pic>
      <p:pic>
        <p:nvPicPr>
          <p:cNvPr id="14" name="Obraz 13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447" y="4838700"/>
            <a:ext cx="800100" cy="122537"/>
          </a:xfrm>
          <a:prstGeom prst="rect">
            <a:avLst/>
          </a:prstGeom>
        </p:spPr>
      </p:pic>
      <p:sp>
        <p:nvSpPr>
          <p:cNvPr id="16" name="Prostokąt 15"/>
          <p:cNvSpPr/>
          <p:nvPr userDrawn="1"/>
        </p:nvSpPr>
        <p:spPr>
          <a:xfrm flipV="1">
            <a:off x="0" y="3848050"/>
            <a:ext cx="9144000" cy="4571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pl-PL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9662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52426" y="4907757"/>
            <a:ext cx="1466850" cy="185738"/>
          </a:xfrm>
          <a:prstGeom prst="rect">
            <a:avLst/>
          </a:prstGeom>
        </p:spPr>
        <p:txBody>
          <a:bodyPr/>
          <a:lstStyle/>
          <a:p>
            <a:fld id="{F587246A-C8CD-466D-BFE7-D7D5CC81C05C}" type="datetimeFigureOut">
              <a:rPr lang="pl-PL" smtClean="0"/>
              <a:t>27.05.2020</a:t>
            </a:fld>
            <a:endParaRPr lang="pl-P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69B5D1-B70C-4C74-ABB9-5C6172C0A31B}" type="slidenum">
              <a:rPr lang="pl-PL" smtClean="0"/>
              <a:t>‹#›</a:t>
            </a:fld>
            <a:endParaRPr lang="pl-PL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76503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491830256"/>
      </p:ext>
    </p:extLst>
  </p:cSld>
  <p:clrMapOvr>
    <a:masterClrMapping/>
  </p:clrMapOvr>
  <p:transition>
    <p:randomBar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ytuł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11188" y="472678"/>
            <a:ext cx="8424862" cy="776288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abeli 2"/>
          <p:cNvSpPr>
            <a:spLocks noGrp="1"/>
          </p:cNvSpPr>
          <p:nvPr>
            <p:ph type="tbl" idx="1"/>
          </p:nvPr>
        </p:nvSpPr>
        <p:spPr>
          <a:xfrm>
            <a:off x="611188" y="1410891"/>
            <a:ext cx="8424862" cy="3645694"/>
          </a:xfr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1786266"/>
      </p:ext>
    </p:extLst>
  </p:cSld>
  <p:clrMapOvr>
    <a:masterClrMapping/>
  </p:clrMapOvr>
  <p:transition>
    <p:randomBar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8096" y="4853028"/>
            <a:ext cx="1615607" cy="205740"/>
          </a:xfrm>
          <a:prstGeom prst="rect">
            <a:avLst/>
          </a:prstGeom>
        </p:spPr>
        <p:txBody>
          <a:bodyPr/>
          <a:lstStyle/>
          <a:p>
            <a:fld id="{C7616CA0-919D-4A49-9C8A-62FDFB3A5183}" type="datetimeFigureOut">
              <a:rPr lang="en-US" dirty="0"/>
              <a:t>5/27/2020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2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>
              <a:spcBef>
                <a:spcPct val="20000"/>
              </a:spcBef>
              <a:buFont typeface="Arial"/>
            </a:pPr>
            <a:r>
              <a:rPr lang="pl-PL" dirty="0"/>
              <a:t>INSERT </a:t>
            </a:r>
            <a:r>
              <a:rPr lang="pl-PL" dirty="0" err="1"/>
              <a:t>TITLE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 err="1"/>
              <a:t>Click</a:t>
            </a:r>
            <a:r>
              <a:rPr lang="pl-PL" dirty="0"/>
              <a:t> to </a:t>
            </a:r>
            <a:r>
              <a:rPr lang="pl-PL" dirty="0" err="1"/>
              <a:t>edit</a:t>
            </a:r>
            <a:endParaRPr lang="pl-PL" dirty="0"/>
          </a:p>
          <a:p>
            <a:pPr lvl="1"/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2"/>
            <a:r>
              <a:rPr lang="pl-PL" dirty="0"/>
              <a:t>Third </a:t>
            </a:r>
            <a:r>
              <a:rPr lang="pl-PL" dirty="0" err="1"/>
              <a:t>level</a:t>
            </a:r>
            <a:endParaRPr lang="pl-PL" dirty="0"/>
          </a:p>
          <a:p>
            <a:pPr lvl="3"/>
            <a:r>
              <a:rPr lang="pl-PL" dirty="0" err="1"/>
              <a:t>Fourth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  <a:p>
            <a:pPr lvl="4"/>
            <a:r>
              <a:rPr lang="pl-PL" dirty="0" err="1"/>
              <a:t>Fifth</a:t>
            </a:r>
            <a:r>
              <a:rPr lang="pl-PL" dirty="0"/>
              <a:t> </a:t>
            </a:r>
            <a:r>
              <a:rPr lang="pl-PL" dirty="0" err="1"/>
              <a:t>level</a:t>
            </a:r>
            <a:endParaRPr lang="pl-PL" dirty="0"/>
          </a:p>
        </p:txBody>
      </p:sp>
      <p:sp>
        <p:nvSpPr>
          <p:cNvPr id="7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1676400" y="4767263"/>
            <a:ext cx="5118100" cy="273844"/>
          </a:xfrm>
          <a:prstGeom prst="rect">
            <a:avLst/>
          </a:prstGeom>
        </p:spPr>
        <p:txBody>
          <a:bodyPr/>
          <a:lstStyle>
            <a:lvl1pPr algn="l">
              <a:defRPr sz="1050"/>
            </a:lvl1pPr>
          </a:lstStyle>
          <a:p>
            <a:r>
              <a:rPr lang="pl-PL" dirty="0" err="1"/>
              <a:t>Footer</a:t>
            </a:r>
            <a:endParaRPr lang="pl-PL" dirty="0"/>
          </a:p>
        </p:txBody>
      </p:sp>
      <p:sp>
        <p:nvSpPr>
          <p:cNvPr id="9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274050" y="4822826"/>
            <a:ext cx="412749" cy="196850"/>
          </a:xfrm>
          <a:prstGeom prst="rect">
            <a:avLst/>
          </a:prstGeom>
          <a:solidFill>
            <a:schemeClr val="accent3"/>
          </a:solidFill>
        </p:spPr>
        <p:txBody>
          <a:bodyPr vert="horz" lIns="91440" tIns="45720" rIns="91440" bIns="45720" rtlCol="0" anchor="ctr"/>
          <a:lstStyle>
            <a:lvl1pPr>
              <a:defRPr lang="pl-PL" sz="1050" smtClean="0">
                <a:solidFill>
                  <a:srgbClr val="FFFFFF"/>
                </a:solidFill>
              </a:defRPr>
            </a:lvl1pPr>
          </a:lstStyle>
          <a:p>
            <a:pPr algn="ctr"/>
            <a:fld id="{B398D967-AF51-1944-8D3F-4D6A679B2400}" type="slidenum">
              <a:rPr lang="pl-PL" smtClean="0"/>
              <a:pPr algn="ctr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9258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98" r:id="rId2"/>
    <p:sldLayoutId id="2147483672" r:id="rId3"/>
    <p:sldLayoutId id="2147483778" r:id="rId4"/>
    <p:sldLayoutId id="2147483791" r:id="rId5"/>
    <p:sldLayoutId id="2147483666" r:id="rId6"/>
    <p:sldLayoutId id="2147483794" r:id="rId7"/>
    <p:sldLayoutId id="2147483650" r:id="rId8"/>
    <p:sldLayoutId id="2147483796" r:id="rId9"/>
    <p:sldLayoutId id="2147483782" r:id="rId10"/>
    <p:sldLayoutId id="2147483664" r:id="rId11"/>
    <p:sldLayoutId id="2147483739" r:id="rId12"/>
    <p:sldLayoutId id="2147483738" r:id="rId13"/>
    <p:sldLayoutId id="2147483693" r:id="rId14"/>
    <p:sldLayoutId id="2147483695" r:id="rId15"/>
    <p:sldLayoutId id="2147483691" r:id="rId16"/>
    <p:sldLayoutId id="2147483787" r:id="rId17"/>
    <p:sldLayoutId id="2147483784" r:id="rId18"/>
    <p:sldLayoutId id="2147483789" r:id="rId19"/>
    <p:sldLayoutId id="2147483783" r:id="rId20"/>
    <p:sldLayoutId id="2147483788" r:id="rId21"/>
    <p:sldLayoutId id="2147483703" r:id="rId22"/>
    <p:sldLayoutId id="2147483681" r:id="rId23"/>
    <p:sldLayoutId id="2147483799" r:id="rId24"/>
    <p:sldLayoutId id="2147483779" r:id="rId25"/>
    <p:sldLayoutId id="2147483800" r:id="rId26"/>
    <p:sldLayoutId id="2147483683" r:id="rId27"/>
    <p:sldLayoutId id="2147483801" r:id="rId28"/>
    <p:sldLayoutId id="2147483745" r:id="rId29"/>
    <p:sldLayoutId id="2147483802" r:id="rId30"/>
    <p:sldLayoutId id="2147483684" r:id="rId31"/>
    <p:sldLayoutId id="2147483803" r:id="rId32"/>
    <p:sldLayoutId id="2147483772" r:id="rId33"/>
    <p:sldLayoutId id="2147483773" r:id="rId34"/>
    <p:sldLayoutId id="2147483774" r:id="rId35"/>
    <p:sldLayoutId id="2147483726" r:id="rId36"/>
    <p:sldLayoutId id="2147483677" r:id="rId37"/>
    <p:sldLayoutId id="2147483706" r:id="rId38"/>
    <p:sldLayoutId id="2147483680" r:id="rId39"/>
    <p:sldLayoutId id="2147483702" r:id="rId40"/>
    <p:sldLayoutId id="2147483712" r:id="rId41"/>
    <p:sldLayoutId id="2147483786" r:id="rId42"/>
    <p:sldLayoutId id="2147483785" r:id="rId43"/>
    <p:sldLayoutId id="2147483741" r:id="rId44"/>
    <p:sldLayoutId id="2147483717" r:id="rId45"/>
    <p:sldLayoutId id="2147483718" r:id="rId46"/>
    <p:sldLayoutId id="2147483719" r:id="rId47"/>
    <p:sldLayoutId id="2147483723" r:id="rId48"/>
    <p:sldLayoutId id="2147483795" r:id="rId49"/>
    <p:sldLayoutId id="2147483668" r:id="rId50"/>
    <p:sldLayoutId id="2147483770" r:id="rId51"/>
    <p:sldLayoutId id="2147483678" r:id="rId52"/>
    <p:sldLayoutId id="2147483679" r:id="rId53"/>
    <p:sldLayoutId id="2147483737" r:id="rId54"/>
    <p:sldLayoutId id="2147483804" r:id="rId55"/>
    <p:sldLayoutId id="2147483805" r:id="rId56"/>
    <p:sldLayoutId id="2147483806" r:id="rId57"/>
    <p:sldLayoutId id="2147483807" r:id="rId58"/>
  </p:sldLayoutIdLst>
  <p:txStyles>
    <p:titleStyle>
      <a:lvl1pPr algn="ctr" defTabSz="457200" rtl="0" eaLnBrk="1" latinLnBrk="0" hangingPunct="1">
        <a:spcBef>
          <a:spcPct val="0"/>
        </a:spcBef>
        <a:buNone/>
        <a:defRPr lang="pl-PL" sz="2000" b="1" kern="12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lang="pl-PL" sz="1800" b="1" kern="120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lang="pl-PL" sz="16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lang="pl-PL" sz="1400" kern="1200" baseline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lang="pl-PL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lang="pl-PL" sz="1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5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LabSchema.docx" TargetMode="External"/><Relationship Id="rId1" Type="http://schemas.openxmlformats.org/officeDocument/2006/relationships/slideLayout" Target="../slideLayouts/slideLayout5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5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Relationship Id="rId4" Type="http://schemas.openxmlformats.org/officeDocument/2006/relationships/hyperlink" Target="mailto:mail.szkolenia@comarch.p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CENTRUM SZKOLENIOWE COMARCH</a:t>
            </a:r>
            <a:endParaRPr lang="en-GB" dirty="0"/>
          </a:p>
        </p:txBody>
      </p:sp>
      <p:sp>
        <p:nvSpPr>
          <p:cNvPr id="9" name="Podtytuł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SZKOLENIE:  Programowanie .NET 4.0 – kurs podstawowy</a:t>
            </a:r>
            <a:endParaRPr lang="en-GB" dirty="0"/>
          </a:p>
        </p:txBody>
      </p:sp>
      <p:sp>
        <p:nvSpPr>
          <p:cNvPr id="10" name="Symbol zastępczy tekstu 9"/>
          <p:cNvSpPr>
            <a:spLocks noGrp="1"/>
          </p:cNvSpPr>
          <p:nvPr>
            <p:ph type="body" sz="quarter" idx="10"/>
          </p:nvPr>
        </p:nvSpPr>
        <p:spPr>
          <a:xfrm>
            <a:off x="457200" y="4127525"/>
            <a:ext cx="4000500" cy="279757"/>
          </a:xfrm>
        </p:spPr>
        <p:txBody>
          <a:bodyPr/>
          <a:lstStyle/>
          <a:p>
            <a:r>
              <a:rPr lang="pl-PL" dirty="0"/>
              <a:t>Marcin Albiniak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710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Centrum Szkoleniowe Comarch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89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28D80B-3B4A-454D-A675-B87D965F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1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C51F63-CF46-4F83-9DC2-FD2741D5E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EAF7E14-F062-490A-8CF6-9AD10A87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Omówienie szkolenia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EE0F81-E69A-4FE6-8D82-78895986DB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–  Wstęp do .NET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B5749750-0EF4-47A6-BE68-1A106DD64D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r>
              <a:rPr lang="pl-PL" dirty="0"/>
              <a:t>Moduł 3 – Visual Studio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2B95AAF4-0C64-48EE-AD33-3AE1F23BF12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81528" y="2353653"/>
            <a:ext cx="7105272" cy="279757"/>
          </a:xfrm>
        </p:spPr>
        <p:txBody>
          <a:bodyPr/>
          <a:lstStyle/>
          <a:p>
            <a:r>
              <a:rPr lang="pl-PL" dirty="0"/>
              <a:t>Moduł 4 – Podsumowanie sesji</a:t>
            </a:r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02EAF3B7-5068-44AB-ADA8-B02A420A4F4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81528" y="2724729"/>
            <a:ext cx="7105272" cy="27975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4FE9E9E-FC3F-4E85-90E9-F5A7BD47C1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47EE341B-DE70-43D5-9767-6D4F48C15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DB4E7625-5737-4BF6-A88F-57233126A5B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C89A1ED9-B99D-40F4-8A5B-C50D509202C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3B895ED4-57C4-4FE3-8239-851E35B801B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CE80E0F4-BEEE-4CC9-9E35-5FA70C864A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23E6754A-8FD6-4B1B-9C61-B5A0AE4BAC0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8F9C911A-9035-4111-95E3-1E56ADE02EE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A675A99C-6570-4496-9091-4E8B52D80DA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F2777EEF-9091-4B88-8944-949A0A1C92B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684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4D33FC-9EC6-4699-93BC-DE8A316B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2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0230592-393F-4D5E-BF33-F739793F67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F07059B-C7C9-4374-88C6-6C81A1285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Wstęp do programowania w C#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04ADC40-623E-4EE6-860C-4EAD9087783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– Podsumowanie sesji 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7D8563DE-2438-478B-9F11-AB5056DA60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77526F76-AF09-4737-94CF-275F6CFD441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81528" y="2353653"/>
            <a:ext cx="7105272" cy="27975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6F76CFD7-9C05-4104-B668-C11D54AB1A6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48DE547B-F183-476C-A816-F40F99D7C54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BCDFA646-91AE-433D-AE51-4F56F61DD5E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98B73E52-E0A5-45F3-8593-215EE771D1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1A2F0DE9-919A-4FA8-A2DC-8FE9CFB8C7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AEDCE64B-CBB3-4974-806A-137FD437C3B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8DAE1C5E-0613-47EE-A003-F003D1E40B3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DD5B77F0-4756-4940-99E8-F902AE64D9D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C93EE276-53A5-443D-A380-A7F0F8D1B2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ABE062F2-5314-4826-9DFA-02CA2ECFEEA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49B49F05-BD0E-4193-8119-07AFE84DA69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601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7EAA3-702F-4A69-B85E-157816EB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3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0099197-1BEF-4ECD-A1C1-B4B6F9DED1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FD44626-0108-41C4-9409-5AB41B2FA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Wstęp do obiektowości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E29A86F-C734-47F9-9C05-C432A934CBA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– Podsumowanie sesji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DFD5983A-330F-4623-AD81-00AB527BD36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2D61B8C5-218B-4306-A0D1-1C6960839F4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92CF34CE-F189-45D4-9CFF-EEE5D13BEB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351A92DB-26AB-43BA-B121-E3603AFFF8D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E9992FD5-BC76-41E0-943F-B4C339511C8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24E0A231-E39D-4B89-8D12-E1263461B47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33817E99-4C9D-4327-9D1F-51DFB55700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2F396E89-4580-46D8-BD36-BCC4FA7C9A6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E00D1DF5-4F03-48C1-9EBA-1DF0D3E1FA9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3674B4EA-944C-4CC2-AC03-781DD1C1AD1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06C78215-8B92-47CA-B3F6-D607A677D9F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07E35CEA-39D3-4BDF-9584-1ECA1500D37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E216930E-924B-4949-8936-04E9C2457CF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106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227B32-939B-496D-AAD0-1D56D1B7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4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354A3F-9C1D-40DF-8DBF-9A4FC203C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6A09893-4E97-4817-B782-5311433EBC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Obiektowość w języku C#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18FC30C-68DA-4BAC-8800-0D630E5FA4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– Wybrane elementy platformy .Net, Zasoby, ustawienia, lokalizowanie aplikacji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491EA1BF-0B72-4C33-8D4C-4EDB1B4147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r>
              <a:rPr lang="pl-PL" dirty="0"/>
              <a:t>Moduł 3 –  Podsumowanie sesji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103B4ABA-56A9-4526-AA5E-A50FF1A316E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6A6596A1-37B4-4CCA-9218-539C9AB8B3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0D71EE3F-7EFB-4BAC-97C0-208158C1BFD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19EA7D74-F5B1-4855-AAB7-DDD33B79B9C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9613DE81-7F42-44B7-9667-0DA8C4825B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6BF52465-3CDC-4466-95D6-2E31730ECD2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27184B5F-4681-4C0A-A8D9-48324E976CF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6A7491FC-88A2-4E06-A96C-6B7F3470EE5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043D9E7C-325A-4FF8-B398-D50E32D04BF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5FB49E55-9B48-43D8-A188-B025587C673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6512343A-BF4E-4496-B241-E2BB1EBDF27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914B2737-E90B-43FF-BDA0-1EC1B240143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158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7EAA3-702F-4A69-B85E-157816EB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5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0099197-1BEF-4ECD-A1C1-B4B6F9DED1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FD44626-0108-41C4-9409-5AB41B2FA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LINQ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E29A86F-C734-47F9-9C05-C432A934CBA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2 - Obsługa IO (system plików, sieć)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DFD5983A-330F-4623-AD81-00AB527BD36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r>
              <a:rPr lang="pl-PL" dirty="0"/>
              <a:t>Moduł 3 – Podsumowanie sesji 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2D61B8C5-218B-4306-A0D1-1C6960839F4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92CF34CE-F189-45D4-9CFF-EEE5D13BEB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351A92DB-26AB-43BA-B121-E3603AFFF8D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E9992FD5-BC76-41E0-943F-B4C339511C8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24E0A231-E39D-4B89-8D12-E1263461B47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33817E99-4C9D-4327-9D1F-51DFB55700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2F396E89-4580-46D8-BD36-BCC4FA7C9A6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E00D1DF5-4F03-48C1-9EBA-1DF0D3E1FA9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3674B4EA-944C-4CC2-AC03-781DD1C1AD1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06C78215-8B92-47CA-B3F6-D607A677D9F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07E35CEA-39D3-4BDF-9584-1ECA1500D37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E216930E-924B-4949-8936-04E9C2457CF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628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227B32-939B-496D-AAD0-1D56D1B7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SESJA 6 – 180 minut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354A3F-9C1D-40DF-8DBF-9A4FC203C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6A09893-4E97-4817-B782-5311433EBC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81528" y="1240425"/>
            <a:ext cx="7105272" cy="279757"/>
          </a:xfrm>
        </p:spPr>
        <p:txBody>
          <a:bodyPr/>
          <a:lstStyle/>
          <a:p>
            <a:r>
              <a:rPr lang="pl-PL" dirty="0"/>
              <a:t>Moduł 1 – </a:t>
            </a:r>
            <a:r>
              <a:rPr lang="pl-PL" dirty="0" err="1"/>
              <a:t>Serializacja</a:t>
            </a:r>
            <a:r>
              <a:rPr lang="pl-PL" dirty="0"/>
              <a:t> (binarna, XML, JSON)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18FC30C-68DA-4BAC-8800-0D630E5FA4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81528" y="1611501"/>
            <a:ext cx="7105272" cy="279757"/>
          </a:xfrm>
        </p:spPr>
        <p:txBody>
          <a:bodyPr/>
          <a:lstStyle/>
          <a:p>
            <a:r>
              <a:rPr lang="pl-PL" dirty="0"/>
              <a:t>Moduł 2 – Aplikacje okienkowe (WPF)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491EA1BF-0B72-4C33-8D4C-4EDB1B4147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81528" y="1982577"/>
            <a:ext cx="7105272" cy="279757"/>
          </a:xfrm>
        </p:spPr>
        <p:txBody>
          <a:bodyPr/>
          <a:lstStyle/>
          <a:p>
            <a:r>
              <a:rPr lang="pl-PL" dirty="0"/>
              <a:t>Moduł 3 – Komunikacja z relacyjną bazą danych (</a:t>
            </a:r>
            <a:r>
              <a:rPr lang="pl-PL" dirty="0" err="1"/>
              <a:t>Entity</a:t>
            </a:r>
            <a:r>
              <a:rPr lang="pl-PL" dirty="0"/>
              <a:t> Framework)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103B4ABA-56A9-4526-AA5E-A50FF1A316E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81528" y="2353653"/>
            <a:ext cx="7105272" cy="279757"/>
          </a:xfrm>
        </p:spPr>
        <p:txBody>
          <a:bodyPr/>
          <a:lstStyle/>
          <a:p>
            <a:r>
              <a:rPr lang="pl-PL" dirty="0"/>
              <a:t>Moduł 4 – Podsumowanie szkolenia</a:t>
            </a:r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6A6596A1-37B4-4CCA-9218-539C9AB8B3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0D71EE3F-7EFB-4BAC-97C0-208158C1BFD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19EA7D74-F5B1-4855-AAB7-DDD33B79B9C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9613DE81-7F42-44B7-9667-0DA8C4825B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Symbol zastępczy tekstu 11">
            <a:extLst>
              <a:ext uri="{FF2B5EF4-FFF2-40B4-BE49-F238E27FC236}">
                <a16:creationId xmlns:a16="http://schemas.microsoft.com/office/drawing/2014/main" id="{6BF52465-3CDC-4466-95D6-2E31730ECD2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27184B5F-4681-4C0A-A8D9-48324E976CF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6A7491FC-88A2-4E06-A96C-6B7F3470EE5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043D9E7C-325A-4FF8-B398-D50E32D04BF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5FB49E55-9B48-43D8-A188-B025587C673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Symbol zastępczy tekstu 16">
            <a:extLst>
              <a:ext uri="{FF2B5EF4-FFF2-40B4-BE49-F238E27FC236}">
                <a16:creationId xmlns:a16="http://schemas.microsoft.com/office/drawing/2014/main" id="{6512343A-BF4E-4496-B241-E2BB1EBDF27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Symbol zastępczy tekstu 17">
            <a:extLst>
              <a:ext uri="{FF2B5EF4-FFF2-40B4-BE49-F238E27FC236}">
                <a16:creationId xmlns:a16="http://schemas.microsoft.com/office/drawing/2014/main" id="{914B2737-E90B-43FF-BDA0-1EC1B240143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6694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CLR (ang. </a:t>
            </a:r>
            <a:r>
              <a:rPr lang="pl-PL" dirty="0" err="1"/>
              <a:t>Common</a:t>
            </a:r>
            <a:r>
              <a:rPr lang="pl-PL" dirty="0"/>
              <a:t> Language Runtime) — środowisko uruchomieniowe aplikacji platformy .NET, warstwa pośrednia między systemem Windows a aplikacją</a:t>
            </a:r>
          </a:p>
          <a:p>
            <a:r>
              <a:rPr lang="pl-PL" dirty="0"/>
              <a:t>CLS (ang. </a:t>
            </a:r>
            <a:r>
              <a:rPr lang="pl-PL" dirty="0" err="1"/>
              <a:t>Common</a:t>
            </a:r>
            <a:r>
              <a:rPr lang="pl-PL" dirty="0"/>
              <a:t> Language </a:t>
            </a:r>
            <a:r>
              <a:rPr lang="pl-PL" dirty="0" err="1"/>
              <a:t>Specification</a:t>
            </a:r>
            <a:r>
              <a:rPr lang="pl-PL" dirty="0"/>
              <a:t>) — wymagania stawiane językom i ich kompilatorom, aby mogły tworzyć aplikacje dla platformy .NET</a:t>
            </a:r>
          </a:p>
          <a:p>
            <a:r>
              <a:rPr lang="pl-PL" dirty="0"/>
              <a:t>CTS (ang. </a:t>
            </a:r>
            <a:r>
              <a:rPr lang="pl-PL" dirty="0" err="1"/>
              <a:t>Common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 System) — podzbiór specyfikacji CLS określający jednolity system typów istniejących w środowisku .NET, które powinny być dostępne w każdym kompilatorze.</a:t>
            </a:r>
          </a:p>
          <a:p>
            <a:r>
              <a:rPr lang="pl-PL" dirty="0"/>
              <a:t>DLR (ang. </a:t>
            </a:r>
            <a:r>
              <a:rPr lang="pl-PL" dirty="0" err="1"/>
              <a:t>Dynamic</a:t>
            </a:r>
            <a:r>
              <a:rPr lang="pl-PL" dirty="0"/>
              <a:t> Language Runtime) — dynamiczny system typów i inne mechanizmy wprowadzające do platformy .NET i języka VB elementy programowania dynamicznego;</a:t>
            </a:r>
          </a:p>
          <a:p>
            <a:r>
              <a:rPr lang="pl-PL" dirty="0"/>
              <a:t>CAS (ang. </a:t>
            </a:r>
            <a:r>
              <a:rPr lang="pl-PL" dirty="0" err="1"/>
              <a:t>Code</a:t>
            </a:r>
            <a:r>
              <a:rPr lang="pl-PL" dirty="0"/>
              <a:t> Access Security) — podsystem środowiska CLR odpowiedzialny za dopilnowanie, aby ze względu na bezpieczeństwo systemu aplikacje nie wykraczały poza wyznaczone im ramy działania, tzn. aby np. aplikacja uruchamiana z sieci nie miała możliwości zapisu na lokalnych dyskach itp.2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TERMINOLOGIA ASP.NET</a:t>
            </a:r>
          </a:p>
        </p:txBody>
      </p:sp>
    </p:spTree>
    <p:extLst>
      <p:ext uri="{BB962C8B-B14F-4D97-AF65-F5344CB8AC3E}">
        <p14:creationId xmlns:p14="http://schemas.microsoft.com/office/powerpoint/2010/main" val="99219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aplikacji .NET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553793" y="1191759"/>
          <a:ext cx="5617029" cy="3579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Obraz - mapa bitowa" r:id="rId3" imgW="7621064" imgH="4858428" progId="Paint.Picture">
                  <p:embed/>
                </p:oleObj>
              </mc:Choice>
              <mc:Fallback>
                <p:oleObj name="Obraz - mapa bitowa" r:id="rId3" imgW="7621064" imgH="4858428" progId="Paint.Picture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553793" y="1191759"/>
                        <a:ext cx="5617029" cy="3579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967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Struktura programu ASP.NET Web (warstwy)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555" y="1022398"/>
            <a:ext cx="42862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9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457200" y="398761"/>
            <a:ext cx="8229600" cy="403104"/>
          </a:xfrm>
        </p:spPr>
        <p:txBody>
          <a:bodyPr/>
          <a:lstStyle/>
          <a:p>
            <a:r>
              <a:rPr lang="pl-PL" dirty="0"/>
              <a:t>Kompilacja</a:t>
            </a:r>
          </a:p>
        </p:txBody>
      </p:sp>
      <p:sp>
        <p:nvSpPr>
          <p:cNvPr id="4" name="Prostokąt 3"/>
          <p:cNvSpPr/>
          <p:nvPr/>
        </p:nvSpPr>
        <p:spPr>
          <a:xfrm>
            <a:off x="1124093" y="1301160"/>
            <a:ext cx="63492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dirty="0"/>
              <a:t>Kompilacja aplikacji opartej o .Net Framework jest dwuetapowa. </a:t>
            </a:r>
          </a:p>
          <a:p>
            <a:endParaRPr lang="pl-PL" dirty="0"/>
          </a:p>
          <a:p>
            <a:r>
              <a:rPr lang="pl-PL" dirty="0"/>
              <a:t>Pierwszy etap kompilacji jest dokonywany przez środowisko programowania i jest ona tłumaczona na wspólny język uruchomieniowy MSIL. </a:t>
            </a:r>
          </a:p>
          <a:p>
            <a:endParaRPr lang="pl-PL" dirty="0"/>
          </a:p>
          <a:p>
            <a:r>
              <a:rPr lang="pl-PL" dirty="0"/>
              <a:t>Drugi etap ma miejsce przed uruchomieniem aplikacji i jest wykonywany przez CLR. Środowisko uruchomieniowe tłumaczy kod MSIL na kod maszynowy systemu, na którym aplikacja pracuje.</a:t>
            </a:r>
          </a:p>
        </p:txBody>
      </p:sp>
    </p:spTree>
    <p:extLst>
      <p:ext uri="{BB962C8B-B14F-4D97-AF65-F5344CB8AC3E}">
        <p14:creationId xmlns:p14="http://schemas.microsoft.com/office/powerpoint/2010/main" val="117584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/>
          <p:cNvSpPr/>
          <p:nvPr/>
        </p:nvSpPr>
        <p:spPr>
          <a:xfrm>
            <a:off x="1197012" y="1327647"/>
            <a:ext cx="64894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dirty="0"/>
              <a:t>Microsoft wycofał się z rozwijania Javy. Firma z Redmond rozpoczęła prace nad własnym językiem obiektowym, wzorowanym zarówno na C++, jak i na Javie. Efektem tych prac jest język C# (C </a:t>
            </a:r>
            <a:r>
              <a:rPr lang="pl-PL" sz="1400" dirty="0" err="1"/>
              <a:t>sharp</a:t>
            </a:r>
            <a:r>
              <a:rPr lang="pl-PL" sz="1400" dirty="0"/>
              <a:t>), który jest odpowiedzią Microsoftu na  język Java. </a:t>
            </a:r>
          </a:p>
        </p:txBody>
      </p:sp>
      <p:sp>
        <p:nvSpPr>
          <p:cNvPr id="13" name="Prostokąt 12"/>
          <p:cNvSpPr/>
          <p:nvPr/>
        </p:nvSpPr>
        <p:spPr>
          <a:xfrm>
            <a:off x="457200" y="2753640"/>
            <a:ext cx="262629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/>
              <a:t>W jaki sposób można scharakteryzować język obiektowy?</a:t>
            </a:r>
          </a:p>
          <a:p>
            <a:r>
              <a:rPr lang="pl-PL" sz="1350" dirty="0"/>
              <a:t>Trzy podstawowe elementy języka obiektowego to </a:t>
            </a:r>
            <a:r>
              <a:rPr lang="pl-PL" sz="1350" b="1" dirty="0"/>
              <a:t>obiekty</a:t>
            </a:r>
            <a:r>
              <a:rPr lang="pl-PL" sz="1350" dirty="0"/>
              <a:t>, </a:t>
            </a:r>
            <a:r>
              <a:rPr lang="pl-PL" sz="1350" b="1" dirty="0"/>
              <a:t>metody</a:t>
            </a:r>
            <a:r>
              <a:rPr lang="pl-PL" sz="1350" dirty="0"/>
              <a:t> i </a:t>
            </a:r>
            <a:r>
              <a:rPr lang="pl-PL" sz="1350" b="1" dirty="0"/>
              <a:t>właściwości</a:t>
            </a:r>
            <a:r>
              <a:rPr lang="pl-PL" sz="1350" dirty="0"/>
              <a:t>.</a:t>
            </a:r>
          </a:p>
        </p:txBody>
      </p:sp>
      <p:sp>
        <p:nvSpPr>
          <p:cNvPr id="14" name="Prostokąt 13"/>
          <p:cNvSpPr/>
          <p:nvPr/>
        </p:nvSpPr>
        <p:spPr>
          <a:xfrm>
            <a:off x="3446740" y="2513219"/>
            <a:ext cx="55086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/>
              <a:t>W jaki sposób możemy wyrazić obiektowość w prostym zapisie? Chciałbym abyśmy odwołali się tutaj do analogii budowy struktury logicznej dysku twardego: zapis</a:t>
            </a:r>
          </a:p>
          <a:p>
            <a:r>
              <a:rPr lang="pl-PL" sz="1350" dirty="0"/>
              <a:t> </a:t>
            </a:r>
          </a:p>
          <a:p>
            <a:r>
              <a:rPr lang="pl-PL" b="1" dirty="0">
                <a:solidFill>
                  <a:srgbClr val="26437E"/>
                </a:solidFill>
              </a:rPr>
              <a:t>c:\roboczy\teksty\word\ Jacek\praca\opracowanie.doc</a:t>
            </a:r>
            <a:endParaRPr lang="pl-PL" dirty="0">
              <a:solidFill>
                <a:srgbClr val="26437E"/>
              </a:solidFill>
            </a:endParaRPr>
          </a:p>
          <a:p>
            <a:r>
              <a:rPr lang="pl-PL" sz="1350" dirty="0"/>
              <a:t> </a:t>
            </a:r>
          </a:p>
          <a:p>
            <a:r>
              <a:rPr lang="pl-PL" sz="1350" dirty="0"/>
              <a:t>podaje nam ścieżkę dostępu do pliku o nazwie opracowanie.doc (który jest w naszym przypadku obiektem przechowywanym w odpowiednim folderze na dysku </a:t>
            </a:r>
            <a:r>
              <a:rPr lang="pl-PL" sz="1350" b="1" dirty="0"/>
              <a:t>C:\</a:t>
            </a:r>
            <a:r>
              <a:rPr lang="pl-PL" sz="1350" dirty="0"/>
              <a:t>).</a:t>
            </a:r>
          </a:p>
        </p:txBody>
      </p:sp>
      <p:cxnSp>
        <p:nvCxnSpPr>
          <p:cNvPr id="16" name="Łącznik prostoliniowy 15"/>
          <p:cNvCxnSpPr/>
          <p:nvPr/>
        </p:nvCxnSpPr>
        <p:spPr>
          <a:xfrm flipV="1">
            <a:off x="484701" y="935026"/>
            <a:ext cx="8095534" cy="43858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2"/>
          <p:cNvSpPr txBox="1">
            <a:spLocks/>
          </p:cNvSpPr>
          <p:nvPr/>
        </p:nvSpPr>
        <p:spPr>
          <a:xfrm>
            <a:off x="457200" y="117756"/>
            <a:ext cx="8229600" cy="68411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lang="pl-PL" sz="20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Język C#</a:t>
            </a:r>
          </a:p>
        </p:txBody>
      </p:sp>
    </p:spTree>
    <p:extLst>
      <p:ext uri="{BB962C8B-B14F-4D97-AF65-F5344CB8AC3E}">
        <p14:creationId xmlns:p14="http://schemas.microsoft.com/office/powerpoint/2010/main" val="24863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Zaawansowane metody programowania</a:t>
            </a:r>
            <a:br>
              <a:rPr lang="pl-PL" sz="2100"/>
            </a:br>
            <a:r>
              <a:rPr lang="pl-PL" sz="2100"/>
              <a:t>C# - Typy i zmienne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l-PL" sz="1500" dirty="0"/>
              <a:t>Typy zmiennych w C#:</a:t>
            </a:r>
          </a:p>
          <a:p>
            <a:pPr lvl="1">
              <a:lnSpc>
                <a:spcPct val="80000"/>
              </a:lnSpc>
            </a:pPr>
            <a:r>
              <a:rPr lang="pl-PL" sz="1350" dirty="0"/>
              <a:t>wartościowy (</a:t>
            </a:r>
            <a:r>
              <a:rPr lang="pl-PL" sz="1350" i="1" dirty="0" err="1"/>
              <a:t>value</a:t>
            </a:r>
            <a:r>
              <a:rPr lang="pl-PL" sz="1350" i="1" dirty="0"/>
              <a:t> </a:t>
            </a:r>
            <a:r>
              <a:rPr lang="pl-PL" sz="1350" i="1" dirty="0" err="1"/>
              <a:t>type</a:t>
            </a:r>
            <a:r>
              <a:rPr lang="pl-PL" sz="1350" i="1" dirty="0"/>
              <a:t>, </a:t>
            </a:r>
            <a:r>
              <a:rPr lang="pl-PL" sz="1350" dirty="0"/>
              <a:t>typ bezpośredni)</a:t>
            </a:r>
          </a:p>
          <a:p>
            <a:pPr lvl="1">
              <a:lnSpc>
                <a:spcPct val="80000"/>
              </a:lnSpc>
            </a:pPr>
            <a:r>
              <a:rPr lang="pl-PL" sz="1350" dirty="0"/>
              <a:t>referencyjny (</a:t>
            </a:r>
            <a:r>
              <a:rPr lang="pl-PL" sz="1350" i="1" dirty="0" err="1"/>
              <a:t>reference</a:t>
            </a:r>
            <a:r>
              <a:rPr lang="pl-PL" sz="1350" i="1" dirty="0"/>
              <a:t> </a:t>
            </a:r>
            <a:r>
              <a:rPr lang="pl-PL" sz="1350" i="1" dirty="0" err="1"/>
              <a:t>type</a:t>
            </a:r>
            <a:r>
              <a:rPr lang="pl-PL" sz="1350" i="1" dirty="0"/>
              <a:t>, </a:t>
            </a:r>
            <a:r>
              <a:rPr lang="pl-PL" sz="1350" dirty="0"/>
              <a:t>odwołania do danych będących obiektami)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W przypadku typów referencyjnych dwie zmienne mogą odwoływać się do tego samego obiektu.</a:t>
            </a:r>
          </a:p>
          <a:p>
            <a:pPr>
              <a:lnSpc>
                <a:spcPct val="80000"/>
              </a:lnSpc>
            </a:pPr>
            <a:r>
              <a:rPr lang="pl-PL" sz="1500" dirty="0">
                <a:sym typeface="Symbol" panose="05050102010706020507" pitchFamily="18" charset="2"/>
              </a:rPr>
              <a:t>Wniosek:</a:t>
            </a:r>
            <a:r>
              <a:rPr lang="pl-PL" sz="1500" dirty="0"/>
              <a:t> operacje przeprowadzane na jednej zmiennej mają wpływ na obiekt, do którego odwołuje się inna zmienna.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W przypadku typów wartościowych każda zmienna przechowuje swoją własną kopię danych i nie może się zdarzyć, że operacje wykonywane na jednej zmiennej oddziałują na inną.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Wymaga to zmiany przyzwyczajeń z języka C++.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Typy wartościowe dzielą się na typy proste, typy wyliczeniowe, struktury i typy dopuszczające wartość pustą (ang. </a:t>
            </a:r>
            <a:r>
              <a:rPr lang="pl-PL" sz="1500" dirty="0" err="1"/>
              <a:t>nullable</a:t>
            </a:r>
            <a:r>
              <a:rPr lang="pl-PL" sz="1500" dirty="0"/>
              <a:t> </a:t>
            </a:r>
            <a:r>
              <a:rPr lang="pl-PL" sz="1500" dirty="0" err="1"/>
              <a:t>types</a:t>
            </a:r>
            <a:r>
              <a:rPr lang="pl-PL" sz="1500" dirty="0"/>
              <a:t>).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Typy referencyjne dzielą się na klasy, interfejsy, tablice i delegacje.</a:t>
            </a:r>
          </a:p>
        </p:txBody>
      </p:sp>
    </p:spTree>
    <p:extLst>
      <p:ext uri="{BB962C8B-B14F-4D97-AF65-F5344CB8AC3E}">
        <p14:creationId xmlns:p14="http://schemas.microsoft.com/office/powerpoint/2010/main" val="3999404994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Język C#</a:t>
            </a:r>
            <a:br>
              <a:rPr lang="pl-PL" sz="2100"/>
            </a:br>
            <a:r>
              <a:rPr lang="pl-PL" sz="2100"/>
              <a:t>Podstawowe informacje na temat typów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pl-PL" sz="1350" dirty="0"/>
              <a:t>Typy wartościowe</a:t>
            </a:r>
          </a:p>
          <a:p>
            <a:pPr lvl="1">
              <a:lnSpc>
                <a:spcPct val="80000"/>
              </a:lnSpc>
            </a:pPr>
            <a:r>
              <a:rPr lang="pl-PL" sz="1200" b="1" dirty="0"/>
              <a:t>'Typy proste</a:t>
            </a:r>
          </a:p>
          <a:p>
            <a:pPr lvl="2">
              <a:lnSpc>
                <a:spcPct val="80000"/>
              </a:lnSpc>
            </a:pPr>
            <a:r>
              <a:rPr lang="pl-PL" sz="1050" dirty="0"/>
              <a:t>Całkowite ze znakiem</a:t>
            </a:r>
            <a:r>
              <a:rPr lang="pl-PL" sz="105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sbyte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short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long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pl-PL" sz="1050" dirty="0"/>
              <a:t>Całkowite bez znaku</a:t>
            </a:r>
            <a:r>
              <a:rPr lang="pl-PL" sz="1050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byte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ushort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uint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ulong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/>
            <a:r>
              <a:rPr lang="pl-PL" sz="1050" dirty="0"/>
              <a:t>Znaki </a:t>
            </a:r>
            <a:r>
              <a:rPr lang="pl-PL" sz="1050" dirty="0" err="1"/>
              <a:t>Unicode</a:t>
            </a:r>
            <a:r>
              <a:rPr lang="pl-PL" sz="1050" dirty="0"/>
              <a:t>: 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char</a:t>
            </a:r>
          </a:p>
          <a:p>
            <a:pPr lvl="2">
              <a:lnSpc>
                <a:spcPct val="80000"/>
              </a:lnSpc>
            </a:pPr>
            <a:r>
              <a:rPr lang="pl-PL" sz="1050" dirty="0"/>
              <a:t>Zmiennoprzecinkowe IEEE: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float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,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double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</a:pPr>
            <a:r>
              <a:rPr lang="pl-PL" sz="1050" dirty="0"/>
              <a:t>Dziesiętne wysokiej precyzji: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decimal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</a:pPr>
            <a:r>
              <a:rPr lang="pl-PL" sz="1050" dirty="0" err="1"/>
              <a:t>Boole'owskie</a:t>
            </a:r>
            <a:r>
              <a:rPr lang="pl-PL" sz="1050" dirty="0"/>
              <a:t>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bool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pl-PL" sz="1200" b="1" dirty="0"/>
              <a:t>Typy wyliczeniowe</a:t>
            </a:r>
            <a:r>
              <a:rPr lang="pl-PL" sz="1200" dirty="0"/>
              <a:t>: Definiowane przez użytkownika w postaci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enum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E {...}</a:t>
            </a:r>
          </a:p>
          <a:p>
            <a:pPr lvl="2"/>
            <a:r>
              <a:rPr lang="pl-PL" sz="1200" b="1" dirty="0"/>
              <a:t>Struktury</a:t>
            </a:r>
            <a:r>
              <a:rPr lang="pl-PL" sz="1200" dirty="0"/>
              <a:t>: Definiowane przez użytkownika w postaci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struct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S {...}</a:t>
            </a:r>
          </a:p>
          <a:p>
            <a:pPr lvl="2">
              <a:lnSpc>
                <a:spcPct val="80000"/>
              </a:lnSpc>
            </a:pPr>
            <a:r>
              <a:rPr lang="pl-PL" sz="1200" b="1" dirty="0"/>
              <a:t>Typy dopuszczające wartość pustą</a:t>
            </a:r>
            <a:r>
              <a:rPr lang="pl-PL" sz="1200" dirty="0"/>
              <a:t>: Rozszerzenia wszystkich innych typów wartościowych o wartość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null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pl-PL" sz="1350" dirty="0"/>
              <a:t>Typy referencyjne</a:t>
            </a:r>
          </a:p>
          <a:p>
            <a:pPr lvl="1">
              <a:lnSpc>
                <a:spcPct val="80000"/>
              </a:lnSpc>
            </a:pPr>
            <a:r>
              <a:rPr lang="pl-PL" sz="1200" b="1" dirty="0"/>
              <a:t>Klasy</a:t>
            </a:r>
          </a:p>
          <a:p>
            <a:pPr lvl="2">
              <a:lnSpc>
                <a:spcPct val="90000"/>
              </a:lnSpc>
            </a:pPr>
            <a:r>
              <a:rPr lang="pl-PL" sz="1050" dirty="0"/>
              <a:t>Ostateczna klasa bazowa wszystkich innych typów: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object</a:t>
            </a:r>
            <a:endParaRPr lang="pl-PL" sz="1050" b="1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lvl="2"/>
            <a:r>
              <a:rPr lang="pl-PL" sz="1050" dirty="0"/>
              <a:t>Łańcuchy </a:t>
            </a:r>
            <a:r>
              <a:rPr lang="pl-PL" sz="1050" dirty="0" err="1"/>
              <a:t>Unicode</a:t>
            </a:r>
            <a:r>
              <a:rPr lang="pl-PL" sz="1050" dirty="0"/>
              <a:t>: 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string</a:t>
            </a:r>
          </a:p>
          <a:p>
            <a:pPr lvl="2">
              <a:lnSpc>
                <a:spcPct val="80000"/>
              </a:lnSpc>
            </a:pPr>
            <a:r>
              <a:rPr lang="pl-PL" sz="1050" dirty="0"/>
              <a:t>Definiowane przez użytkownika w postaci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class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C {...}</a:t>
            </a:r>
          </a:p>
          <a:p>
            <a:pPr lvl="2">
              <a:lnSpc>
                <a:spcPct val="90000"/>
              </a:lnSpc>
            </a:pPr>
            <a:r>
              <a:rPr lang="pl-PL" sz="1200" b="1" dirty="0"/>
              <a:t>Interfejsy</a:t>
            </a:r>
            <a:r>
              <a:rPr lang="pl-PL" sz="1200" dirty="0"/>
              <a:t>: Definiowane przez użytkownika w postaci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interface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I {... }</a:t>
            </a:r>
          </a:p>
          <a:p>
            <a:pPr lvl="2"/>
            <a:r>
              <a:rPr lang="pl-PL" sz="1200" b="1" dirty="0"/>
              <a:t>Tablice</a:t>
            </a:r>
            <a:r>
              <a:rPr lang="pl-PL" sz="1200" dirty="0"/>
              <a:t>: Jedno- i wielowymiarowe, na przykład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[] 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[,]</a:t>
            </a:r>
          </a:p>
          <a:p>
            <a:pPr lvl="2">
              <a:lnSpc>
                <a:spcPct val="80000"/>
              </a:lnSpc>
            </a:pPr>
            <a:r>
              <a:rPr lang="pl-PL" sz="1200" b="1" dirty="0"/>
              <a:t>Delegacje</a:t>
            </a:r>
            <a:r>
              <a:rPr lang="pl-PL" sz="1200" dirty="0"/>
              <a:t>: Definiowane przez użytkownika, np.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delegate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D (...)</a:t>
            </a:r>
          </a:p>
        </p:txBody>
      </p:sp>
    </p:spTree>
    <p:extLst>
      <p:ext uri="{BB962C8B-B14F-4D97-AF65-F5344CB8AC3E}">
        <p14:creationId xmlns:p14="http://schemas.microsoft.com/office/powerpoint/2010/main" val="2354826872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Typy proste C#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935026" y="894110"/>
          <a:ext cx="7139882" cy="37060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8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296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Nazwa typu (słowo kluczowe, alias klasy)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 marR="9080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Klasa z obszaru nazw System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7112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Liczba zajmowanych bitów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Możliwe wartości (zakres)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Domyślna wartość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89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bool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Boolean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1 bajt = 8 bitów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true, false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false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89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sbyte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SByte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8 bitów ze znakiem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od –128 do 127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89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byte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Byte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8 bitów bez znaku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od 0 do 255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 dirty="0">
                          <a:effectLst/>
                        </a:rPr>
                        <a:t>0</a:t>
                      </a:r>
                      <a:endParaRPr lang="pl-PL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short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Int16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9144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2 bajty = 16 bitów ze znakiem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od –32 768 do 32 767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int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Int32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17462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4 bajty = 32 bity ze znakiem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 marR="4254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od –2 147 483 648 do 2 147 483 647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long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Int64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9271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8 bajtów = 64 bity ze znakiem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od –9 223 372 036 854 775 808 do 9 223 372 036 854 775 807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0L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ushort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UInt16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3429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2 bajty = 16 bitów bez znaku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maks. 65 535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uint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UInt32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11747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4 bajty = 32 bity bez znaku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maks. 4 294 967 295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ulong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UInt64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3492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8 bajtów = 64 bity bez znaku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maks.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18 446 744 073 709 551 615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0L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491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char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Char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2 bajty = 16 bitów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(zob. komentarz)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 marR="13906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Znaki Unicode od U+0000 do U+FFFF (od 0 do 65 535)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‘\0’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4890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float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Single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4 bajty (zapis zmiennoprzecinkowy)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63500">
                        <a:lnSpc>
                          <a:spcPct val="97000"/>
                        </a:lnSpc>
                        <a:spcAft>
                          <a:spcPts val="200"/>
                        </a:spcAft>
                      </a:pPr>
                      <a:r>
                        <a:rPr lang="pl-PL" sz="800">
                          <a:effectLst/>
                        </a:rPr>
                        <a:t>Wartość może być dodatnia lub ujemna; najmniejsza bezwzględna wartość to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1,4*10</a:t>
                      </a:r>
                      <a:r>
                        <a:rPr lang="pl-PL" sz="800" baseline="30000">
                          <a:effectLst/>
                        </a:rPr>
                        <a:t>–45</a:t>
                      </a:r>
                      <a:r>
                        <a:rPr lang="pl-PL" sz="800">
                          <a:effectLst/>
                        </a:rPr>
                        <a:t>, największa to ok. 3,403*10</a:t>
                      </a:r>
                      <a:r>
                        <a:rPr lang="pl-PL" sz="800" baseline="30000">
                          <a:effectLst/>
                        </a:rPr>
                        <a:t>38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0.0F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893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double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Double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8 bajtów (zapis zmiennoprzecinkowy)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Najmniejsza wartość to 4,9*10</a:t>
                      </a:r>
                      <a:r>
                        <a:rPr lang="pl-PL" sz="800" baseline="30000">
                          <a:effectLst/>
                        </a:rPr>
                        <a:t>–324</a:t>
                      </a:r>
                      <a:r>
                        <a:rPr lang="pl-PL" sz="800">
                          <a:effectLst/>
                        </a:rPr>
                        <a:t>, największa to ok. 1,798*10</a:t>
                      </a:r>
                      <a:r>
                        <a:rPr lang="pl-PL" sz="800" baseline="30000">
                          <a:effectLst/>
                        </a:rPr>
                        <a:t>308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0.0D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296">
                <a:tc>
                  <a:txBody>
                    <a:bodyPr/>
                    <a:lstStyle/>
                    <a:p>
                      <a:pPr marL="6350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decimal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Decimal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 marR="819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16 bajtów (większa precyzja, ale mniejszy zakres niż double)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>
                          <a:effectLst/>
                        </a:rPr>
                        <a:t>Najmniejsza wartość to 10</a:t>
                      </a:r>
                      <a:r>
                        <a:rPr lang="pl-PL" sz="800" baseline="30000">
                          <a:effectLst/>
                        </a:rPr>
                        <a:t>–28</a:t>
                      </a:r>
                      <a:r>
                        <a:rPr lang="pl-PL" sz="800">
                          <a:effectLst/>
                        </a:rPr>
                        <a:t>, największa to 7,9*10</a:t>
                      </a:r>
                      <a:r>
                        <a:rPr lang="pl-PL" sz="800" baseline="30000">
                          <a:effectLst/>
                        </a:rPr>
                        <a:t>28</a:t>
                      </a:r>
                      <a:endParaRPr lang="pl-P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l-PL" sz="800" dirty="0">
                          <a:effectLst/>
                        </a:rPr>
                        <a:t>0.0M</a:t>
                      </a:r>
                      <a:endParaRPr lang="pl-PL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9268" marT="27686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11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Język C#</a:t>
            </a:r>
            <a:br>
              <a:rPr lang="pl-PL" sz="2100"/>
            </a:br>
            <a:r>
              <a:rPr lang="pl-PL" sz="2100"/>
              <a:t>Tablice i typy dopuszczające wartość pustą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pl-PL" sz="1500" dirty="0"/>
              <a:t>Język C# oferuje możliwość korzystania z tablic jedno- </a:t>
            </a:r>
            <a:br>
              <a:rPr lang="pl-PL" sz="1500" dirty="0"/>
            </a:br>
            <a:r>
              <a:rPr lang="pl-PL" sz="1500" dirty="0"/>
              <a:t>i wielowymiarowych dowolnego typu.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W przeciwieństwie do typów wymienionych wcześniej użycie tablic nie wymusza ich wcześniejszego zadeklarowania.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Tablice są tworzone poprzez podanie nazwy typu oraz nawiasów kwadratowych. Na przykład:</a:t>
            </a:r>
          </a:p>
          <a:p>
            <a:pPr lvl="1">
              <a:lnSpc>
                <a:spcPct val="80000"/>
              </a:lnSpc>
            </a:pP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[]</a:t>
            </a:r>
            <a:r>
              <a:rPr lang="pl-PL" sz="1350" dirty="0"/>
              <a:t> - jednowymiarowa tablica wartości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350" dirty="0"/>
              <a:t>, </a:t>
            </a:r>
          </a:p>
          <a:p>
            <a:pPr lvl="1">
              <a:lnSpc>
                <a:spcPct val="80000"/>
              </a:lnSpc>
            </a:pP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[,] </a:t>
            </a:r>
            <a:r>
              <a:rPr lang="pl-PL" sz="1350" dirty="0"/>
              <a:t>- dwuwymiarowa tablica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350" dirty="0"/>
              <a:t>, </a:t>
            </a:r>
          </a:p>
          <a:p>
            <a:pPr lvl="1">
              <a:lnSpc>
                <a:spcPct val="80000"/>
              </a:lnSpc>
            </a:pP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b="1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 [][] </a:t>
            </a:r>
            <a:r>
              <a:rPr lang="pl-PL" sz="1350" dirty="0"/>
              <a:t>- jednowymiarowa tablica składającą się z jednowymiarowych tablic elementów typu </a:t>
            </a:r>
            <a:r>
              <a:rPr lang="pl-PL" sz="1050" b="1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350" dirty="0"/>
              <a:t>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Typy dopuszczające wartość pustą również nie muszą być deklarowane, aby mogły być użyte.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Dla każdego typu niedopuszczającego wartości pustej T istnieje odpowiedni typ dopuszczający tę wartość T?, który zezwala na stosowanie dodatkowej wartości </a:t>
            </a:r>
            <a:r>
              <a:rPr lang="pl-PL" sz="105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null</a:t>
            </a:r>
            <a:r>
              <a:rPr lang="pl-PL" sz="1500" dirty="0"/>
              <a:t>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Na przykład: typ </a:t>
            </a:r>
            <a:r>
              <a:rPr lang="pl-PL" sz="105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l-PL" sz="105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?</a:t>
            </a:r>
            <a:r>
              <a:rPr lang="pl-PL" sz="1500" dirty="0"/>
              <a:t> to typ, którego zmienne mogą przechowywać 32-bitowe wartości całkowite lub wartość </a:t>
            </a:r>
            <a:r>
              <a:rPr lang="pl-PL" sz="105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</a:rPr>
              <a:t>null</a:t>
            </a:r>
            <a:r>
              <a:rPr lang="pl-PL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247406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Język C#</a:t>
            </a:r>
            <a:br>
              <a:rPr lang="pl-PL" sz="2100"/>
            </a:br>
            <a:r>
              <a:rPr lang="pl-PL" sz="2100"/>
              <a:t>Wyrażenia i operatory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l-PL" sz="1500" dirty="0"/>
              <a:t>Wyrażenia (</a:t>
            </a:r>
            <a:r>
              <a:rPr lang="pl-PL" sz="1500" i="1" dirty="0" err="1"/>
              <a:t>expressions</a:t>
            </a:r>
            <a:r>
              <a:rPr lang="pl-PL" sz="1500" dirty="0"/>
              <a:t>) składają się z operandów (argumentów) i operatorów.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Operatory wyrażenia określają, jakie operacje mają być przeprowadzane w stosunku do operandów.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Przykładami operatorów mogą być </a:t>
            </a:r>
            <a:r>
              <a:rPr lang="pl-PL" sz="1500" dirty="0">
                <a:solidFill>
                  <a:srgbClr val="FF0000"/>
                </a:solidFill>
                <a:latin typeface="Courier New" panose="02070309020205020404" pitchFamily="49" charset="0"/>
              </a:rPr>
              <a:t>+, -, *, /</a:t>
            </a:r>
            <a:r>
              <a:rPr lang="pl-PL" sz="1500" dirty="0">
                <a:solidFill>
                  <a:srgbClr val="FF0000"/>
                </a:solidFill>
              </a:rPr>
              <a:t> oraz </a:t>
            </a:r>
            <a:r>
              <a:rPr lang="pl-PL" sz="1500" dirty="0" err="1">
                <a:solidFill>
                  <a:srgbClr val="FF0000"/>
                </a:solidFill>
                <a:latin typeface="Courier New" panose="02070309020205020404" pitchFamily="49" charset="0"/>
              </a:rPr>
              <a:t>new</a:t>
            </a:r>
            <a:r>
              <a:rPr lang="pl-PL" sz="1500" dirty="0">
                <a:solidFill>
                  <a:srgbClr val="FF0000"/>
                </a:solidFill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Przykładami operandów są literały, pola, zmienne lokalne i wyrażenia.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Gdy wyrażenie zawiera wiele operatorów, ich priorytety określają kolejność wykonywania poszczególnych działań.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Większość operatorów może być przeładowywana (</a:t>
            </a:r>
            <a:r>
              <a:rPr lang="pl-PL" sz="1500" i="1" dirty="0" err="1"/>
              <a:t>overloaded</a:t>
            </a:r>
            <a:r>
              <a:rPr lang="pl-PL" sz="1500" dirty="0"/>
              <a:t>).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Przeładowywanie operatorów umożliwia definiowanie przez użytkownika implementacji operatorów w przypadku działań przeprowadzanych w sytuacji, gdy jeden z operandów lub obydwa operandy są obiektami zdefiniowanej przez użytkownika klasy lub struktury.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Następne slajdy: operatory języka C# ułożone w kolejności od najwyższego do najniższego priorytetu. </a:t>
            </a:r>
          </a:p>
        </p:txBody>
      </p:sp>
    </p:spTree>
    <p:extLst>
      <p:ext uri="{BB962C8B-B14F-4D97-AF65-F5344CB8AC3E}">
        <p14:creationId xmlns:p14="http://schemas.microsoft.com/office/powerpoint/2010/main" val="238294638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9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225171"/>
            <a:ext cx="8424862" cy="776288"/>
          </a:xfrm>
        </p:spPr>
        <p:txBody>
          <a:bodyPr/>
          <a:lstStyle/>
          <a:p>
            <a:pPr algn="ctr"/>
            <a:r>
              <a:rPr lang="pl-PL" sz="2100" dirty="0"/>
              <a:t>Język C#</a:t>
            </a:r>
            <a:br>
              <a:rPr lang="pl-PL" sz="2100" dirty="0"/>
            </a:br>
            <a:r>
              <a:rPr lang="pl-PL" sz="2100" dirty="0"/>
              <a:t>Operatory - Kategoria: Podstawowe </a:t>
            </a:r>
          </a:p>
        </p:txBody>
      </p:sp>
      <p:graphicFrame>
        <p:nvGraphicFramePr>
          <p:cNvPr id="195688" name="Group 104"/>
          <p:cNvGraphicFramePr>
            <a:graphicFrameLocks noGrp="1"/>
          </p:cNvGraphicFramePr>
          <p:nvPr>
            <p:ph type="tbl" idx="1"/>
          </p:nvPr>
        </p:nvGraphicFramePr>
        <p:xfrm>
          <a:off x="1573890" y="1120906"/>
          <a:ext cx="6318646" cy="3773520"/>
        </p:xfrm>
        <a:graphic>
          <a:graphicData uri="http://schemas.openxmlformats.org/drawingml/2006/table">
            <a:tbl>
              <a:tblPr/>
              <a:tblGrid>
                <a:gridCol w="16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0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Wyrażenie</a:t>
                      </a:r>
                    </a:p>
                  </a:txBody>
                  <a:tcPr marL="67500" marR="67500" marT="35100" marB="351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Opis</a:t>
                      </a:r>
                    </a:p>
                  </a:txBody>
                  <a:tcPr marL="67500" marR="67500" marT="35100" marB="351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x.M</a:t>
                      </a:r>
                      <a:endParaRPr kumimoji="0" lang="pl-PL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Dostęp do składowej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(…)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Wywołanie metody i delegacji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[...]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Dostęp do tablicy i indeksatora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x++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Postinkrementacja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x--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Postdekrementacja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new T (...)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Tworzenie obiektu i delegacji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new T(...) {...}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Tworzenie obiektu z inicjalizatorem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new {...}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Inicjalizator obiektu anonimowego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new T [...]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Tworzenie tablicy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typeof (T)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Uzyskiwanie obiektu System.Type dla 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checked (x)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Obliczanie wyrażenia w kontekście sprawdzonym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unchecked (x)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Obliczanie wyrażenia w kontekście niesprawdzonym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default (T)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Uzyskiwanie standardowej wartości typu 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delegate</a:t>
                      </a: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{...}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Funkcja anonimowa (metoda anonimowa)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56864"/>
      </p:ext>
    </p:extLst>
  </p:cSld>
  <p:clrMapOvr>
    <a:masterClrMapping/>
  </p:clrMapOvr>
  <p:transition>
    <p:randomBa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576813" y="238922"/>
            <a:ext cx="8424862" cy="776288"/>
          </a:xfrm>
        </p:spPr>
        <p:txBody>
          <a:bodyPr/>
          <a:lstStyle/>
          <a:p>
            <a:pPr algn="ctr"/>
            <a:r>
              <a:rPr lang="pl-PL" sz="2100" dirty="0"/>
              <a:t>Język C#</a:t>
            </a:r>
            <a:br>
              <a:rPr lang="pl-PL" sz="2100" dirty="0"/>
            </a:br>
            <a:r>
              <a:rPr lang="pl-PL" sz="2100" dirty="0"/>
              <a:t>Operatory </a:t>
            </a:r>
          </a:p>
        </p:txBody>
      </p:sp>
      <p:graphicFrame>
        <p:nvGraphicFramePr>
          <p:cNvPr id="198750" name="Group 94"/>
          <p:cNvGraphicFramePr>
            <a:graphicFrameLocks noGrp="1"/>
          </p:cNvGraphicFramePr>
          <p:nvPr>
            <p:ph type="tbl" idx="1"/>
          </p:nvPr>
        </p:nvGraphicFramePr>
        <p:xfrm>
          <a:off x="1567015" y="1247668"/>
          <a:ext cx="6318646" cy="3270600"/>
        </p:xfrm>
        <a:graphic>
          <a:graphicData uri="http://schemas.openxmlformats.org/drawingml/2006/table">
            <a:tbl>
              <a:tblPr/>
              <a:tblGrid>
                <a:gridCol w="16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0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Wyrażenie</a:t>
                      </a:r>
                    </a:p>
                  </a:txBody>
                  <a:tcPr marL="67500" marR="67500" marT="35100" marB="351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Opis</a:t>
                      </a:r>
                    </a:p>
                  </a:txBody>
                  <a:tcPr marL="67500" marR="67500" marT="35100" marB="351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Jednoargumentowe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Identyczność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Negacja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!x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Negacja logiczna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~x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Negacja bitowa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++x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Preinkrementacja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--x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Predekrementacja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(T)x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Jawna konwersja x na typ 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Multiplikatywne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x*y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Mnożenie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x/y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Dzielenie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X%y</a:t>
                      </a:r>
                      <a:endParaRPr kumimoji="0" lang="pl-PL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Reszta z dzielenia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682229"/>
      </p:ext>
    </p:extLst>
  </p:cSld>
  <p:clrMapOvr>
    <a:masterClrMapping/>
  </p:clrMapOvr>
  <p:transition>
    <p:randomBa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9569" y="232046"/>
            <a:ext cx="8424862" cy="776288"/>
          </a:xfrm>
        </p:spPr>
        <p:txBody>
          <a:bodyPr/>
          <a:lstStyle/>
          <a:p>
            <a:pPr algn="ctr"/>
            <a:r>
              <a:rPr lang="pl-PL" sz="2100" dirty="0"/>
              <a:t>Język C#</a:t>
            </a:r>
            <a:br>
              <a:rPr lang="pl-PL" sz="2100" dirty="0"/>
            </a:br>
            <a:r>
              <a:rPr lang="pl-PL" sz="2100" dirty="0"/>
              <a:t>Operatory </a:t>
            </a:r>
          </a:p>
        </p:txBody>
      </p:sp>
      <p:graphicFrame>
        <p:nvGraphicFramePr>
          <p:cNvPr id="199875" name="Group 195"/>
          <p:cNvGraphicFramePr>
            <a:graphicFrameLocks noGrp="1"/>
          </p:cNvGraphicFramePr>
          <p:nvPr>
            <p:ph type="tbl" idx="1"/>
          </p:nvPr>
        </p:nvGraphicFramePr>
        <p:xfrm>
          <a:off x="1494825" y="1227392"/>
          <a:ext cx="6318646" cy="3522060"/>
        </p:xfrm>
        <a:graphic>
          <a:graphicData uri="http://schemas.openxmlformats.org/drawingml/2006/table">
            <a:tbl>
              <a:tblPr/>
              <a:tblGrid>
                <a:gridCol w="16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0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Wyrażenie</a:t>
                      </a:r>
                    </a:p>
                  </a:txBody>
                  <a:tcPr marL="67500" marR="67500" marT="35100" marB="351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Opis</a:t>
                      </a:r>
                    </a:p>
                  </a:txBody>
                  <a:tcPr marL="67500" marR="67500" marT="35100" marB="351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Addytywne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+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Dodawanie, konkatenacja łańcuchów, kombinacja delegacji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-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Odejmowanie, usuwanie delegacji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Przesunięcie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&lt;&lt;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Przesunięcie w lewo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&gt;&gt;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Przesunięcie w prawo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Operatory relacji i testowania typów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&lt;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Mniejszy niż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&gt;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Większy niż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&lt;=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Mniejszy niż lub równy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&gt;=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Większy niż lub równy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is 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Zwraca wartość true, jeśli x jest typu T, w innym przypadku false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as 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Zwraca wartość x rzutowaną na T lub </a:t>
                      </a:r>
                      <a:r>
                        <a:rPr kumimoji="0" lang="pl-PL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null</a:t>
                      </a: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, jeśli x nie jest typu 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134389"/>
      </p:ext>
    </p:extLst>
  </p:cSld>
  <p:clrMapOvr>
    <a:masterClrMapping/>
  </p:clrMapOvr>
  <p:transition>
    <p:randomBa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7434" y="194233"/>
            <a:ext cx="8424862" cy="776288"/>
          </a:xfrm>
        </p:spPr>
        <p:txBody>
          <a:bodyPr/>
          <a:lstStyle/>
          <a:p>
            <a:pPr algn="ctr"/>
            <a:r>
              <a:rPr lang="pl-PL" sz="2100" dirty="0"/>
              <a:t>Język C#</a:t>
            </a:r>
            <a:br>
              <a:rPr lang="pl-PL" sz="2100" dirty="0"/>
            </a:br>
            <a:r>
              <a:rPr lang="pl-PL" sz="2100" dirty="0"/>
              <a:t>Operatory</a:t>
            </a:r>
          </a:p>
        </p:txBody>
      </p:sp>
      <p:graphicFrame>
        <p:nvGraphicFramePr>
          <p:cNvPr id="200855" name="Group 151"/>
          <p:cNvGraphicFramePr>
            <a:graphicFrameLocks noGrp="1"/>
          </p:cNvGraphicFramePr>
          <p:nvPr>
            <p:ph type="tbl" idx="1"/>
          </p:nvPr>
        </p:nvGraphicFramePr>
        <p:xfrm>
          <a:off x="1540542" y="1172391"/>
          <a:ext cx="6318646" cy="3522060"/>
        </p:xfrm>
        <a:graphic>
          <a:graphicData uri="http://schemas.openxmlformats.org/drawingml/2006/table">
            <a:tbl>
              <a:tblPr/>
              <a:tblGrid>
                <a:gridCol w="16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0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Wyrażenie</a:t>
                      </a:r>
                    </a:p>
                  </a:txBody>
                  <a:tcPr marL="67500" marR="67500" marT="35100" marB="351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Opis</a:t>
                      </a:r>
                    </a:p>
                  </a:txBody>
                  <a:tcPr marL="67500" marR="67500" marT="35100" marB="351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Równości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==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Równość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!=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Nierówność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Logiczne AND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&amp;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Całkowite bitowe AND, boole'owskie logiczne AND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Logiczne XOR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^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Całkowite bitowe XOR, boole'owskie logiczne XOR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Logiczne OR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|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Całkowite bitowe OR, boole'owskie logiczne OR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Warunkowe AND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&amp;&amp;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Obliczanie y tylko, jeśli x ma wartość true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Warunkowe OR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||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Obliczanie y tylko, jeśli x ma wartość </a:t>
                      </a:r>
                      <a:r>
                        <a:rPr kumimoji="0" lang="pl-PL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false</a:t>
                      </a:r>
                      <a:endParaRPr kumimoji="0" lang="pl-PL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082607"/>
      </p:ext>
    </p:extLst>
  </p:cSld>
  <p:clrMapOvr>
    <a:masterClrMapping/>
  </p:clrMapOvr>
  <p:transition>
    <p:randomBa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 dirty="0"/>
              <a:t>Język C#</a:t>
            </a:r>
            <a:br>
              <a:rPr lang="pl-PL" sz="2100" dirty="0"/>
            </a:br>
            <a:r>
              <a:rPr lang="pl-PL" sz="2100" dirty="0"/>
              <a:t>Operatory </a:t>
            </a:r>
          </a:p>
        </p:txBody>
      </p:sp>
      <p:graphicFrame>
        <p:nvGraphicFramePr>
          <p:cNvPr id="201847" name="Group 119"/>
          <p:cNvGraphicFramePr>
            <a:graphicFrameLocks noGrp="1"/>
          </p:cNvGraphicFramePr>
          <p:nvPr>
            <p:ph type="tbl" idx="1"/>
          </p:nvPr>
        </p:nvGraphicFramePr>
        <p:xfrm>
          <a:off x="1601391" y="1437085"/>
          <a:ext cx="6318646" cy="2630520"/>
        </p:xfrm>
        <a:graphic>
          <a:graphicData uri="http://schemas.openxmlformats.org/drawingml/2006/table">
            <a:tbl>
              <a:tblPr/>
              <a:tblGrid>
                <a:gridCol w="16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08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Wyrażenie</a:t>
                      </a:r>
                    </a:p>
                  </a:txBody>
                  <a:tcPr marL="67500" marR="67500" marT="35100" marB="351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Opis</a:t>
                      </a:r>
                    </a:p>
                  </a:txBody>
                  <a:tcPr marL="67500" marR="67500" marT="35100" marB="351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Łączenie wartości null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??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Wynikiem jest y, jeśli x ma wartość null, w innym przypadku x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Warunkowe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? y : z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Wynikiem jest y, jeśli x ma wartość true, lub z, jeżeli x ma wartość false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Kategoria: Przypisanie lub funkcja anonimowa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Przypisanie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x op=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Złożone przypisanie. Obsługiwane operatory</a:t>
                      </a: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: </a:t>
                      </a: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*=, /=, %=, +=, -=, &lt;&lt;=, &gt;&gt;=, &amp;=, ^=</a:t>
                      </a: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oraz </a:t>
                      </a: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|=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(T x) =&gt; y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l-PL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</a:rPr>
                        <a:t>Funkcja anonimowa (wyrażenie lambda)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072688"/>
      </p:ext>
    </p:extLst>
  </p:cSld>
  <p:clrMapOvr>
    <a:masterClrMapping/>
  </p:clrMapOvr>
  <p:transition>
    <p:randomBa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Język C#</a:t>
            </a:r>
            <a:br>
              <a:rPr lang="pl-PL" sz="2100"/>
            </a:br>
            <a:r>
              <a:rPr lang="pl-PL" sz="2100"/>
              <a:t>Instrukcje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l-PL" sz="1500" dirty="0"/>
              <a:t>Działania wykonywane przez program są zapisywane w postaci instrukcji (</a:t>
            </a:r>
            <a:r>
              <a:rPr lang="pl-PL" sz="1500" i="1" dirty="0" err="1"/>
              <a:t>statements</a:t>
            </a:r>
            <a:r>
              <a:rPr lang="pl-PL" sz="1500" dirty="0"/>
              <a:t>). Język C# umożliwia stosowanie kilku rodzajów instrukcji, z których część jest definiowana jako instrukcje osadzone.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Blok (</a:t>
            </a:r>
            <a:r>
              <a:rPr lang="pl-PL" sz="1500" i="1" dirty="0" err="1"/>
              <a:t>block</a:t>
            </a:r>
            <a:r>
              <a:rPr lang="pl-PL" sz="1500" dirty="0"/>
              <a:t>) umożliwia zapisanie wielu instrukcji w kontekście, </a:t>
            </a:r>
            <a:br>
              <a:rPr lang="pl-PL" sz="1500" dirty="0"/>
            </a:br>
            <a:r>
              <a:rPr lang="pl-PL" sz="1500" dirty="0"/>
              <a:t>w którym dopuszczalne jest zastosowanie pojedynczej instrukcji. Blok zawiera listę instrukcji umieszczonych pomiędzy nawiasami klamrowymi { i }.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Instrukcje deklaracji (</a:t>
            </a:r>
            <a:r>
              <a:rPr lang="pl-PL" sz="1500" i="1" dirty="0" err="1"/>
              <a:t>declaration</a:t>
            </a:r>
            <a:r>
              <a:rPr lang="pl-PL" sz="1500" i="1" dirty="0"/>
              <a:t> </a:t>
            </a:r>
            <a:r>
              <a:rPr lang="pl-PL" sz="1500" i="1" dirty="0" err="1"/>
              <a:t>statements</a:t>
            </a:r>
            <a:r>
              <a:rPr lang="pl-PL" sz="1500" dirty="0"/>
              <a:t>) są wykorzystywane </a:t>
            </a:r>
            <a:br>
              <a:rPr lang="pl-PL" sz="1500" dirty="0"/>
            </a:br>
            <a:r>
              <a:rPr lang="pl-PL" sz="1500" dirty="0"/>
              <a:t>w celu zadeklarowania zmiennych lokalnych i stałych.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Instrukcje wyrażeń (</a:t>
            </a:r>
            <a:r>
              <a:rPr lang="pl-PL" sz="1500" i="1" dirty="0" err="1"/>
              <a:t>expression</a:t>
            </a:r>
            <a:r>
              <a:rPr lang="pl-PL" sz="1500" i="1" dirty="0"/>
              <a:t> </a:t>
            </a:r>
            <a:r>
              <a:rPr lang="pl-PL" sz="1500" i="1" dirty="0" err="1"/>
              <a:t>statements</a:t>
            </a:r>
            <a:r>
              <a:rPr lang="pl-PL" sz="1500" dirty="0"/>
              <a:t>) są używane </a:t>
            </a:r>
            <a:br>
              <a:rPr lang="pl-PL" sz="1500" dirty="0"/>
            </a:br>
            <a:r>
              <a:rPr lang="pl-PL" sz="1500" dirty="0"/>
              <a:t>do obliczania wartości wyrażeń. </a:t>
            </a:r>
          </a:p>
          <a:p>
            <a:pPr>
              <a:lnSpc>
                <a:spcPct val="80000"/>
              </a:lnSpc>
            </a:pPr>
            <a:r>
              <a:rPr lang="pl-PL" sz="1500" dirty="0"/>
              <a:t>Instrukcje selekcji (</a:t>
            </a:r>
            <a:r>
              <a:rPr lang="pl-PL" sz="1500" i="1" dirty="0" err="1"/>
              <a:t>selection</a:t>
            </a:r>
            <a:r>
              <a:rPr lang="pl-PL" sz="1500" i="1" dirty="0"/>
              <a:t> </a:t>
            </a:r>
            <a:r>
              <a:rPr lang="pl-PL" sz="1500" i="1" dirty="0" err="1"/>
              <a:t>statements</a:t>
            </a:r>
            <a:r>
              <a:rPr lang="pl-PL" sz="1500" dirty="0"/>
              <a:t>) są wykorzystywane </a:t>
            </a:r>
            <a:br>
              <a:rPr lang="pl-PL" sz="1500" dirty="0"/>
            </a:br>
            <a:r>
              <a:rPr lang="pl-PL" sz="1500" dirty="0"/>
              <a:t>do wybierania jednej z wielu możliwych instrukcji do wykonania </a:t>
            </a:r>
            <a:br>
              <a:rPr lang="pl-PL" sz="1500" dirty="0"/>
            </a:br>
            <a:r>
              <a:rPr lang="pl-PL" sz="1500" dirty="0"/>
              <a:t>na podstawie wartości pewnego wyrażenia. Do grupy tej należą instrukcje </a:t>
            </a:r>
            <a:r>
              <a:rPr lang="pl-PL" sz="1500" dirty="0" err="1">
                <a:solidFill>
                  <a:srgbClr val="FF0000"/>
                </a:solidFill>
                <a:latin typeface="Courier New" panose="02070309020205020404" pitchFamily="49" charset="0"/>
              </a:rPr>
              <a:t>if</a:t>
            </a:r>
            <a:r>
              <a:rPr lang="pl-PL" sz="1500" dirty="0">
                <a:solidFill>
                  <a:srgbClr val="FF0000"/>
                </a:solidFill>
              </a:rPr>
              <a:t> </a:t>
            </a:r>
            <a:r>
              <a:rPr lang="pl-PL" sz="1500" dirty="0"/>
              <a:t>oraz </a:t>
            </a:r>
            <a:r>
              <a:rPr lang="pl-PL" sz="1500" dirty="0" err="1">
                <a:solidFill>
                  <a:srgbClr val="FF0000"/>
                </a:solidFill>
                <a:latin typeface="Courier New" panose="02070309020205020404" pitchFamily="49" charset="0"/>
              </a:rPr>
              <a:t>switch</a:t>
            </a:r>
            <a:r>
              <a:rPr lang="pl-PL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141809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2100"/>
              <a:t>Język C#</a:t>
            </a:r>
            <a:br>
              <a:rPr lang="pl-PL" sz="2100"/>
            </a:br>
            <a:r>
              <a:rPr lang="pl-PL" sz="2100"/>
              <a:t>Instrukcje, c.d.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pl-PL" sz="1350" dirty="0"/>
              <a:t>Instrukcje iteracji (</a:t>
            </a:r>
            <a:r>
              <a:rPr lang="pl-PL" sz="1350" i="1" dirty="0" err="1"/>
              <a:t>iteration</a:t>
            </a:r>
            <a:r>
              <a:rPr lang="pl-PL" sz="1350" i="1" dirty="0"/>
              <a:t> </a:t>
            </a:r>
            <a:r>
              <a:rPr lang="pl-PL" sz="1350" i="1" dirty="0" err="1"/>
              <a:t>statements</a:t>
            </a:r>
            <a:r>
              <a:rPr lang="pl-PL" sz="1350" dirty="0"/>
              <a:t>) są używane w celu wielokrotnego wykonywania zagnieżdżonej instrukcji. Do instrukcji tego typu należą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while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, do, for </a:t>
            </a:r>
            <a:r>
              <a:rPr lang="pl-PL" sz="1350" dirty="0"/>
              <a:t>oraz</a:t>
            </a:r>
            <a:r>
              <a:rPr lang="pl-PL" sz="135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foreach</a:t>
            </a:r>
            <a:r>
              <a:rPr lang="pl-PL" sz="1350" dirty="0">
                <a:solidFill>
                  <a:schemeClr val="bg2"/>
                </a:solidFill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pl-PL" sz="1350" dirty="0"/>
              <a:t>Instrukcje skoków (</a:t>
            </a:r>
            <a:r>
              <a:rPr lang="pl-PL" sz="1350" i="1" dirty="0" err="1"/>
              <a:t>jump</a:t>
            </a:r>
            <a:r>
              <a:rPr lang="pl-PL" sz="1350" i="1" dirty="0"/>
              <a:t> </a:t>
            </a:r>
            <a:r>
              <a:rPr lang="pl-PL" sz="1350" i="1" dirty="0" err="1"/>
              <a:t>statements</a:t>
            </a:r>
            <a:r>
              <a:rPr lang="pl-PL" sz="1350" dirty="0"/>
              <a:t>) są stosowane do przenoszenia sterowania. Do tej grupy należą instrukcje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break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continue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goto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throw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, return</a:t>
            </a:r>
            <a:r>
              <a:rPr lang="pl-PL" sz="135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pl-PL" sz="1350" dirty="0"/>
              <a:t>i</a:t>
            </a:r>
            <a:r>
              <a:rPr lang="pl-PL" sz="135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yield</a:t>
            </a:r>
            <a:r>
              <a:rPr lang="pl-PL" sz="1350" dirty="0"/>
              <a:t>.</a:t>
            </a:r>
          </a:p>
          <a:p>
            <a:pPr>
              <a:lnSpc>
                <a:spcPct val="80000"/>
              </a:lnSpc>
            </a:pPr>
            <a:r>
              <a:rPr lang="pl-PL" sz="1350" dirty="0"/>
              <a:t>Instrukcja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...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pl-PL" sz="1350" dirty="0">
                <a:solidFill>
                  <a:srgbClr val="FF0000"/>
                </a:solidFill>
              </a:rPr>
              <a:t> </a:t>
            </a:r>
            <a:r>
              <a:rPr lang="pl-PL" sz="1350" dirty="0"/>
              <a:t>jest używana do przechwytywania wyjątków, które pojawiają się podczas wykonywania bloku. Instrukcja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...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finally</a:t>
            </a:r>
            <a:r>
              <a:rPr lang="pl-PL" sz="1350" dirty="0">
                <a:solidFill>
                  <a:srgbClr val="FF0000"/>
                </a:solidFill>
              </a:rPr>
              <a:t> </a:t>
            </a:r>
            <a:r>
              <a:rPr lang="pl-PL" sz="1350" dirty="0"/>
              <a:t>jest wykorzystywana do określania kodu zakończenia, który jest wykonywany zawsze, niezależnie od tego, czy wyjątek wystąpi, czy też nie.</a:t>
            </a:r>
          </a:p>
          <a:p>
            <a:pPr>
              <a:lnSpc>
                <a:spcPct val="80000"/>
              </a:lnSpc>
            </a:pPr>
            <a:r>
              <a:rPr lang="pl-PL" sz="1350" dirty="0"/>
              <a:t>Instrukcje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checked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pl-PL" sz="1350" dirty="0"/>
              <a:t>i</a:t>
            </a:r>
            <a:r>
              <a:rPr lang="pl-PL" sz="1350" dirty="0">
                <a:solidFill>
                  <a:schemeClr val="bg2"/>
                </a:solidFill>
                <a:latin typeface="Courier New" panose="02070309020205020404" pitchFamily="49" charset="0"/>
              </a:rPr>
              <a:t>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unchecked</a:t>
            </a:r>
            <a:r>
              <a:rPr lang="pl-PL" sz="1350" dirty="0">
                <a:solidFill>
                  <a:srgbClr val="FF0000"/>
                </a:solidFill>
              </a:rPr>
              <a:t> </a:t>
            </a:r>
            <a:r>
              <a:rPr lang="pl-PL" sz="1350" dirty="0"/>
              <a:t>są stosowane w celu kontrolowania kontekstu sprawdzania przepełnienia dla operacji arytmetycznych typu całkowitego i konwersji.</a:t>
            </a:r>
          </a:p>
          <a:p>
            <a:pPr>
              <a:lnSpc>
                <a:spcPct val="80000"/>
              </a:lnSpc>
            </a:pPr>
            <a:r>
              <a:rPr lang="pl-PL" sz="1350" dirty="0"/>
              <a:t>Instrukcja </a:t>
            </a:r>
            <a:r>
              <a:rPr lang="pl-PL" sz="1350" dirty="0">
                <a:solidFill>
                  <a:srgbClr val="FF0000"/>
                </a:solidFill>
                <a:latin typeface="Courier New" panose="02070309020205020404" pitchFamily="49" charset="0"/>
              </a:rPr>
              <a:t>lock</a:t>
            </a:r>
            <a:r>
              <a:rPr lang="pl-PL" sz="1350" dirty="0">
                <a:solidFill>
                  <a:srgbClr val="FF0000"/>
                </a:solidFill>
              </a:rPr>
              <a:t> </a:t>
            </a:r>
            <a:r>
              <a:rPr lang="pl-PL" sz="1350" dirty="0"/>
              <a:t>jest używana do uzyskiwania blokady wyłączania wzajemnego dla danego obiektu, wykonania instrukcji, a następnie zwolnienia blokady.</a:t>
            </a:r>
          </a:p>
          <a:p>
            <a:pPr>
              <a:lnSpc>
                <a:spcPct val="80000"/>
              </a:lnSpc>
            </a:pPr>
            <a:r>
              <a:rPr lang="pl-PL" sz="1350" dirty="0"/>
              <a:t>Instrukcja </a:t>
            </a:r>
            <a:r>
              <a:rPr lang="pl-PL" sz="1350" dirty="0" err="1">
                <a:solidFill>
                  <a:srgbClr val="FF0000"/>
                </a:solidFill>
                <a:latin typeface="Courier New" panose="02070309020205020404" pitchFamily="49" charset="0"/>
              </a:rPr>
              <a:t>using</a:t>
            </a:r>
            <a:r>
              <a:rPr lang="pl-PL" sz="1350" dirty="0">
                <a:solidFill>
                  <a:srgbClr val="FF0000"/>
                </a:solidFill>
              </a:rPr>
              <a:t> </a:t>
            </a:r>
            <a:r>
              <a:rPr lang="pl-PL" sz="1350" dirty="0"/>
              <a:t>jest stosowana w celu uzyskania dostępu do zasobu, wykonania instrukcji, a następnie zwolnienia tego zasobu.</a:t>
            </a:r>
          </a:p>
        </p:txBody>
      </p:sp>
    </p:spTree>
    <p:extLst>
      <p:ext uri="{BB962C8B-B14F-4D97-AF65-F5344CB8AC3E}">
        <p14:creationId xmlns:p14="http://schemas.microsoft.com/office/powerpoint/2010/main" val="1777248129"/>
      </p:ext>
    </p:extLst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dirty="0" err="1"/>
              <a:t>Main</a:t>
            </a:r>
            <a:r>
              <a:rPr lang="pl-PL" dirty="0"/>
              <a:t>() i argumenty wiersza poleceń</a:t>
            </a:r>
          </a:p>
          <a:p>
            <a:pPr marL="0" indent="0">
              <a:buNone/>
            </a:pPr>
            <a:r>
              <a:rPr lang="pl-PL" dirty="0"/>
              <a:t>Metoda </a:t>
            </a:r>
            <a:r>
              <a:rPr lang="pl-PL" dirty="0" err="1"/>
              <a:t>Main</a:t>
            </a:r>
            <a:r>
              <a:rPr lang="pl-PL" dirty="0"/>
              <a:t> jest to punkt startowy aplikacji C# (Biblioteki i usługi nie wymagają metody </a:t>
            </a:r>
            <a:r>
              <a:rPr lang="pl-PL" dirty="0" err="1"/>
              <a:t>Main</a:t>
            </a:r>
            <a:r>
              <a:rPr lang="pl-PL" dirty="0"/>
              <a:t> jako punktu wejścia.).Gdy aplikacja jest uruchomiona, </a:t>
            </a:r>
            <a:r>
              <a:rPr lang="pl-PL" dirty="0" err="1"/>
              <a:t>Main</a:t>
            </a:r>
            <a:r>
              <a:rPr lang="pl-PL" dirty="0"/>
              <a:t> jest pierwszą metodą, która jest wywoływana.</a:t>
            </a:r>
          </a:p>
          <a:p>
            <a:pPr marL="0" indent="0">
              <a:buNone/>
            </a:pPr>
            <a:r>
              <a:rPr lang="pl-PL" dirty="0"/>
              <a:t>Przykład:</a:t>
            </a:r>
          </a:p>
          <a:p>
            <a:pPr marL="0" indent="0">
              <a:buNone/>
            </a:pPr>
            <a:r>
              <a:rPr lang="pl-PL" dirty="0" err="1"/>
              <a:t>class</a:t>
            </a:r>
            <a:r>
              <a:rPr lang="pl-PL" dirty="0"/>
              <a:t> </a:t>
            </a:r>
            <a:r>
              <a:rPr lang="pl-PL" dirty="0" err="1"/>
              <a:t>TestClass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{</a:t>
            </a:r>
          </a:p>
          <a:p>
            <a:pPr marL="0" indent="0">
              <a:buNone/>
            </a:pPr>
            <a:r>
              <a:rPr lang="pl-PL" dirty="0"/>
              <a:t>    </a:t>
            </a:r>
            <a:r>
              <a:rPr lang="pl-PL" dirty="0" err="1"/>
              <a:t>static</a:t>
            </a:r>
            <a:r>
              <a:rPr lang="pl-PL" dirty="0"/>
              <a:t> </a:t>
            </a:r>
            <a:r>
              <a:rPr lang="pl-PL" dirty="0" err="1"/>
              <a:t>void</a:t>
            </a:r>
            <a:r>
              <a:rPr lang="pl-PL" dirty="0"/>
              <a:t> </a:t>
            </a:r>
            <a:r>
              <a:rPr lang="pl-PL" dirty="0" err="1"/>
              <a:t>Main</a:t>
            </a:r>
            <a:r>
              <a:rPr lang="pl-PL" dirty="0"/>
              <a:t>(string[] </a:t>
            </a:r>
            <a:r>
              <a:rPr lang="pl-PL" dirty="0" err="1"/>
              <a:t>args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dirty="0"/>
              <a:t>    {</a:t>
            </a:r>
          </a:p>
          <a:p>
            <a:pPr marL="0" indent="0">
              <a:buNone/>
            </a:pPr>
            <a:r>
              <a:rPr lang="pl-PL" dirty="0"/>
              <a:t>        // Display the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command</a:t>
            </a:r>
            <a:r>
              <a:rPr lang="pl-PL" dirty="0"/>
              <a:t> </a:t>
            </a:r>
            <a:r>
              <a:rPr lang="pl-PL" dirty="0" err="1"/>
              <a:t>line</a:t>
            </a:r>
            <a:r>
              <a:rPr lang="pl-PL" dirty="0"/>
              <a:t> </a:t>
            </a:r>
            <a:r>
              <a:rPr lang="pl-PL" dirty="0" err="1"/>
              <a:t>arguments</a:t>
            </a:r>
            <a:r>
              <a:rPr lang="pl-PL" dirty="0"/>
              <a:t>:</a:t>
            </a:r>
          </a:p>
          <a:p>
            <a:pPr marL="0" indent="0">
              <a:buNone/>
            </a:pPr>
            <a:r>
              <a:rPr lang="pl-PL" dirty="0"/>
              <a:t>        </a:t>
            </a:r>
            <a:r>
              <a:rPr lang="pl-PL" dirty="0" err="1"/>
              <a:t>System.Console.WriteLine</a:t>
            </a:r>
            <a:r>
              <a:rPr lang="pl-PL" dirty="0"/>
              <a:t>(</a:t>
            </a:r>
            <a:r>
              <a:rPr lang="pl-PL" dirty="0" err="1"/>
              <a:t>args.Length</a:t>
            </a:r>
            <a:r>
              <a:rPr lang="pl-PL" dirty="0"/>
              <a:t>);</a:t>
            </a:r>
          </a:p>
          <a:p>
            <a:pPr marL="0" indent="0">
              <a:buNone/>
            </a:pPr>
            <a:r>
              <a:rPr lang="pl-PL" dirty="0"/>
              <a:t>    }</a:t>
            </a:r>
          </a:p>
          <a:p>
            <a:pPr marL="0" indent="0">
              <a:buNone/>
            </a:pPr>
            <a:r>
              <a:rPr lang="pl-PL" dirty="0"/>
              <a:t>}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Język C# - klasa </a:t>
            </a:r>
            <a:r>
              <a:rPr lang="pl-PL" dirty="0" err="1"/>
              <a:t>Main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02879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l-PL" dirty="0"/>
              <a:t>W C# nie jest możliwe definiowanie funkcji niebędących metodami jakiejś klasy. Funkcja może być wprawdzie statyczną składową klasy, ale tak czy inaczej zawsze jest metodą (tj. właśnie funkcją składową klasy zdefiniowaną w obrębie tej klasy). </a:t>
            </a:r>
          </a:p>
          <a:p>
            <a:pPr marL="0" indent="0">
              <a:buNone/>
            </a:pPr>
            <a:r>
              <a:rPr lang="pl-PL" dirty="0"/>
              <a:t> </a:t>
            </a:r>
          </a:p>
          <a:p>
            <a:pPr marL="0" indent="0">
              <a:buNone/>
            </a:pPr>
            <a:r>
              <a:rPr lang="pl-PL" dirty="0"/>
              <a:t>Przykład metody i jej wywołanie:</a:t>
            </a:r>
          </a:p>
          <a:p>
            <a:pPr marL="0" indent="0">
              <a:buNone/>
            </a:pPr>
            <a:r>
              <a:rPr lang="pl-PL" dirty="0"/>
              <a:t> </a:t>
            </a:r>
          </a:p>
          <a:p>
            <a:pPr marL="0" indent="0">
              <a:buNone/>
            </a:pPr>
            <a:r>
              <a:rPr lang="pl-PL" dirty="0" err="1"/>
              <a:t>using</a:t>
            </a:r>
            <a:r>
              <a:rPr lang="pl-PL" dirty="0"/>
              <a:t> System;</a:t>
            </a:r>
          </a:p>
          <a:p>
            <a:pPr marL="0" indent="0">
              <a:buNone/>
            </a:pP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System.Collections.Generic</a:t>
            </a:r>
            <a:r>
              <a:rPr lang="pl-PL" dirty="0"/>
              <a:t>;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System.Linq</a:t>
            </a:r>
            <a:r>
              <a:rPr lang="pl-PL" dirty="0"/>
              <a:t>;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System.Web</a:t>
            </a:r>
            <a:r>
              <a:rPr lang="pl-PL" dirty="0"/>
              <a:t>;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System.Web.UI</a:t>
            </a:r>
            <a:r>
              <a:rPr lang="pl-PL" dirty="0"/>
              <a:t>;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System.Web.UI.WebControls</a:t>
            </a:r>
            <a:r>
              <a:rPr lang="pl-PL" dirty="0"/>
              <a:t>;</a:t>
            </a:r>
          </a:p>
          <a:p>
            <a:pPr marL="0" indent="0">
              <a:buNone/>
            </a:pPr>
            <a:r>
              <a:rPr lang="pl-PL" dirty="0" err="1"/>
              <a:t>namespace</a:t>
            </a:r>
            <a:r>
              <a:rPr lang="pl-PL" dirty="0"/>
              <a:t> </a:t>
            </a:r>
            <a:r>
              <a:rPr lang="pl-PL" dirty="0" err="1"/>
              <a:t>JezykCS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{</a:t>
            </a:r>
          </a:p>
          <a:p>
            <a:pPr marL="0" indent="0">
              <a:buNone/>
            </a:pPr>
            <a:r>
              <a:rPr lang="pl-PL" dirty="0"/>
              <a:t>    public </a:t>
            </a:r>
            <a:r>
              <a:rPr lang="pl-PL" dirty="0" err="1"/>
              <a:t>partial</a:t>
            </a:r>
            <a:r>
              <a:rPr lang="pl-PL" dirty="0"/>
              <a:t> </a:t>
            </a:r>
            <a:r>
              <a:rPr lang="pl-PL" dirty="0" err="1"/>
              <a:t>class</a:t>
            </a:r>
            <a:r>
              <a:rPr lang="pl-PL" dirty="0"/>
              <a:t> </a:t>
            </a:r>
            <a:r>
              <a:rPr lang="pl-PL" dirty="0" err="1"/>
              <a:t>Default</a:t>
            </a:r>
            <a:r>
              <a:rPr lang="pl-PL" dirty="0"/>
              <a:t> : </a:t>
            </a:r>
            <a:r>
              <a:rPr lang="pl-PL" dirty="0" err="1"/>
              <a:t>System.Web.UI.Page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   {</a:t>
            </a:r>
          </a:p>
          <a:p>
            <a:pPr marL="0" indent="0">
              <a:buNone/>
            </a:pPr>
            <a:r>
              <a:rPr lang="pl-PL" dirty="0"/>
              <a:t>        </a:t>
            </a:r>
            <a:r>
              <a:rPr lang="pl-PL" dirty="0" err="1"/>
              <a:t>protected</a:t>
            </a:r>
            <a:r>
              <a:rPr lang="pl-PL" dirty="0"/>
              <a:t> </a:t>
            </a:r>
            <a:r>
              <a:rPr lang="pl-PL" dirty="0" err="1"/>
              <a:t>void</a:t>
            </a:r>
            <a:r>
              <a:rPr lang="pl-PL" dirty="0"/>
              <a:t> </a:t>
            </a:r>
            <a:r>
              <a:rPr lang="pl-PL" dirty="0" err="1"/>
              <a:t>Page_Load</a:t>
            </a:r>
            <a:r>
              <a:rPr lang="pl-PL" dirty="0"/>
              <a:t>(</a:t>
            </a:r>
            <a:r>
              <a:rPr lang="pl-PL" dirty="0" err="1"/>
              <a:t>object</a:t>
            </a:r>
            <a:r>
              <a:rPr lang="pl-PL" dirty="0"/>
              <a:t> </a:t>
            </a:r>
            <a:r>
              <a:rPr lang="pl-PL" dirty="0" err="1"/>
              <a:t>sender</a:t>
            </a:r>
            <a:r>
              <a:rPr lang="pl-PL" dirty="0"/>
              <a:t>, </a:t>
            </a:r>
            <a:r>
              <a:rPr lang="pl-PL" dirty="0" err="1"/>
              <a:t>EventArgs</a:t>
            </a:r>
            <a:r>
              <a:rPr lang="pl-PL" dirty="0"/>
              <a:t> e)</a:t>
            </a:r>
          </a:p>
          <a:p>
            <a:pPr marL="0" indent="0">
              <a:buNone/>
            </a:pPr>
            <a:r>
              <a:rPr lang="pl-PL" dirty="0"/>
              <a:t>        {         }</a:t>
            </a:r>
          </a:p>
          <a:p>
            <a:pPr marL="0" indent="0">
              <a:buNone/>
            </a:pPr>
            <a:r>
              <a:rPr lang="pl-PL" b="1" dirty="0"/>
              <a:t>        </a:t>
            </a:r>
            <a:r>
              <a:rPr lang="pl-PL" b="1" dirty="0" err="1"/>
              <a:t>void</a:t>
            </a:r>
            <a:r>
              <a:rPr lang="pl-PL" b="1" dirty="0"/>
              <a:t> Metoda() //głowa metody, sygnatura</a:t>
            </a:r>
            <a:endParaRPr lang="pl-PL" dirty="0"/>
          </a:p>
          <a:p>
            <a:pPr marL="0" indent="0">
              <a:buNone/>
            </a:pPr>
            <a:r>
              <a:rPr lang="pl-PL" b="1" dirty="0"/>
              <a:t>        {</a:t>
            </a:r>
            <a:endParaRPr lang="pl-PL" dirty="0"/>
          </a:p>
          <a:p>
            <a:pPr marL="0" indent="0">
              <a:buNone/>
            </a:pPr>
            <a:r>
              <a:rPr lang="pl-PL" b="1" dirty="0"/>
              <a:t>            Label1.Text += "Hello World!&lt;</a:t>
            </a:r>
            <a:r>
              <a:rPr lang="pl-PL" b="1" dirty="0" err="1"/>
              <a:t>br</a:t>
            </a:r>
            <a:r>
              <a:rPr lang="pl-PL" b="1" dirty="0"/>
              <a:t> /&gt;"; //ciało metody</a:t>
            </a:r>
            <a:endParaRPr lang="pl-PL" dirty="0"/>
          </a:p>
          <a:p>
            <a:pPr marL="0" indent="0">
              <a:buNone/>
            </a:pPr>
            <a:r>
              <a:rPr lang="pl-PL" b="1" dirty="0"/>
              <a:t>        }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       </a:t>
            </a:r>
            <a:r>
              <a:rPr lang="pl-PL" dirty="0" err="1"/>
              <a:t>protected</a:t>
            </a:r>
            <a:r>
              <a:rPr lang="pl-PL" dirty="0"/>
              <a:t> </a:t>
            </a:r>
            <a:r>
              <a:rPr lang="pl-PL" dirty="0" err="1"/>
              <a:t>void</a:t>
            </a:r>
            <a:r>
              <a:rPr lang="pl-PL" dirty="0"/>
              <a:t> Button1_Click(</a:t>
            </a:r>
            <a:r>
              <a:rPr lang="pl-PL" dirty="0" err="1"/>
              <a:t>object</a:t>
            </a:r>
            <a:r>
              <a:rPr lang="pl-PL" dirty="0"/>
              <a:t> </a:t>
            </a:r>
            <a:r>
              <a:rPr lang="pl-PL" dirty="0" err="1"/>
              <a:t>sender</a:t>
            </a:r>
            <a:r>
              <a:rPr lang="pl-PL" dirty="0"/>
              <a:t>, </a:t>
            </a:r>
            <a:r>
              <a:rPr lang="pl-PL" dirty="0" err="1"/>
              <a:t>EventArgs</a:t>
            </a:r>
            <a:r>
              <a:rPr lang="pl-PL" dirty="0"/>
              <a:t> e)</a:t>
            </a:r>
          </a:p>
          <a:p>
            <a:pPr marL="0" indent="0">
              <a:buNone/>
            </a:pPr>
            <a:r>
              <a:rPr lang="pl-PL" dirty="0"/>
              <a:t>        {</a:t>
            </a:r>
          </a:p>
          <a:p>
            <a:pPr marL="0" indent="0">
              <a:buNone/>
            </a:pPr>
            <a:r>
              <a:rPr lang="pl-PL" dirty="0"/>
              <a:t>            </a:t>
            </a:r>
            <a:r>
              <a:rPr lang="pl-PL" b="1" dirty="0"/>
              <a:t>Label1.Text = "";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           </a:t>
            </a:r>
            <a:r>
              <a:rPr lang="pl-PL" b="1" dirty="0"/>
              <a:t>Metoda();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        }</a:t>
            </a:r>
          </a:p>
          <a:p>
            <a:pPr marL="0" indent="0">
              <a:buNone/>
            </a:pPr>
            <a:r>
              <a:rPr lang="pl-PL" dirty="0"/>
              <a:t>    }</a:t>
            </a:r>
          </a:p>
          <a:p>
            <a:pPr marL="0" indent="0">
              <a:buNone/>
            </a:pPr>
            <a:r>
              <a:rPr lang="pl-PL" dirty="0"/>
              <a:t>}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Metoda i jej wywołanie</a:t>
            </a:r>
          </a:p>
        </p:txBody>
      </p:sp>
    </p:spTree>
    <p:extLst>
      <p:ext uri="{BB962C8B-B14F-4D97-AF65-F5344CB8AC3E}">
        <p14:creationId xmlns:p14="http://schemas.microsoft.com/office/powerpoint/2010/main" val="1154839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>
          <a:xfrm>
            <a:off x="511187" y="1710679"/>
            <a:ext cx="8235950" cy="965037"/>
          </a:xfrm>
        </p:spPr>
        <p:txBody>
          <a:bodyPr/>
          <a:lstStyle/>
          <a:p>
            <a:r>
              <a:rPr lang="pl-PL" dirty="0"/>
              <a:t>Rodzaj klasy, wprowadzający deklaracje metoda, ale bez ciał tych metod.</a:t>
            </a:r>
          </a:p>
          <a:p>
            <a:r>
              <a:rPr lang="pl-PL" dirty="0"/>
              <a:t>Interface może być dziedziczony jak klasa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49292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Paradygmaty programowania obiektowego</a:t>
            </a:r>
          </a:p>
        </p:txBody>
      </p:sp>
      <p:sp>
        <p:nvSpPr>
          <p:cNvPr id="4" name="Prostokąt 3"/>
          <p:cNvSpPr/>
          <p:nvPr/>
        </p:nvSpPr>
        <p:spPr>
          <a:xfrm>
            <a:off x="646268" y="1072003"/>
            <a:ext cx="773114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Abstrakcja</a:t>
            </a:r>
            <a:r>
              <a:rPr lang="pl-PL" dirty="0"/>
              <a:t>: każdy obiekt w systemie służy jako model abstrakcyjnego "wykonawcy", który może wykonywać pracę, opisywać i zmieniać swój stan, oraz komunikować się z innymi obiektami w systemie, bez ujawniania, w jaki sposób zaimplementowano dane cechy.  </a:t>
            </a:r>
          </a:p>
          <a:p>
            <a:endParaRPr lang="pl-PL" dirty="0"/>
          </a:p>
          <a:p>
            <a:r>
              <a:rPr lang="pl-PL" b="1" dirty="0"/>
              <a:t>Hermetyzacja(separacja):</a:t>
            </a:r>
            <a:r>
              <a:rPr lang="pl-PL" dirty="0"/>
              <a:t> oddzielenie „co” od „jak”. Enkapsulacja zapewnia, że obiekt nie może zmieniać stanu innych obiektów w nieokreślony sposób. Każdy typ obiektu dostarcza interfejsu, który określa sposób współpracy z innymi obiektami. Jedynie za pomocą określonych metod mamy możliwość zmienić stan obiektu, bezpośredni dostęp do zmiennych jest zabroniony. </a:t>
            </a:r>
          </a:p>
        </p:txBody>
      </p:sp>
    </p:spTree>
    <p:extLst>
      <p:ext uri="{BB962C8B-B14F-4D97-AF65-F5344CB8AC3E}">
        <p14:creationId xmlns:p14="http://schemas.microsoft.com/office/powerpoint/2010/main" val="2277858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Paradygmaty programowania obiektowego</a:t>
            </a:r>
          </a:p>
        </p:txBody>
      </p:sp>
      <p:sp>
        <p:nvSpPr>
          <p:cNvPr id="4" name="Prostokąt 3"/>
          <p:cNvSpPr/>
          <p:nvPr/>
        </p:nvSpPr>
        <p:spPr>
          <a:xfrm>
            <a:off x="123753" y="1279088"/>
            <a:ext cx="86352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Dziedziczenie(kompozycja):</a:t>
            </a:r>
            <a:r>
              <a:rPr lang="pl-PL" dirty="0"/>
              <a:t> umożliwia stworzenie hierarchii obiektów w programie. Polega na przejęciu właściwości i funkcjonalności obiektów innej klasy i ewentualnej modyfikacji tych właściwości i funkcjonalności w taki sposób, by były one bardziej wyspecjalizowane </a:t>
            </a:r>
          </a:p>
          <a:p>
            <a:endParaRPr lang="pl-PL" dirty="0"/>
          </a:p>
          <a:p>
            <a:r>
              <a:rPr lang="pl-PL" b="1" dirty="0"/>
              <a:t>Polimorfizm(wielopostaciowość): </a:t>
            </a:r>
            <a:r>
              <a:rPr lang="pl-PL" dirty="0"/>
              <a:t>referencje i wskaźniki obiektów mogą dotyczyć obiektów różnego typu, a wywołanie metody dla referencji spowoduje zachowanie odpowiednie dla pełnego typu obiektu wywoływanego. Zazwyczaj można wyróżnić dwa rodzaje polimorfizmu: dynamiczne- wykonywane podczas działania programu, a także statyczne- na etapie kompilacji </a:t>
            </a:r>
          </a:p>
        </p:txBody>
      </p:sp>
    </p:spTree>
    <p:extLst>
      <p:ext uri="{BB962C8B-B14F-4D97-AF65-F5344CB8AC3E}">
        <p14:creationId xmlns:p14="http://schemas.microsoft.com/office/powerpoint/2010/main" val="2200522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>
          <a:xfrm>
            <a:off x="531432" y="1477861"/>
            <a:ext cx="8235950" cy="1957043"/>
          </a:xfrm>
        </p:spPr>
        <p:txBody>
          <a:bodyPr/>
          <a:lstStyle/>
          <a:p>
            <a:r>
              <a:rPr lang="pl-PL" dirty="0" err="1"/>
              <a:t>Delegaty</a:t>
            </a:r>
            <a:r>
              <a:rPr lang="pl-PL" dirty="0"/>
              <a:t> to referencyjny typ danych, który przechowuje referencje do metody. Referencja ta może być zmieniana w trakcie wykonywania programu.</a:t>
            </a:r>
          </a:p>
          <a:p>
            <a:endParaRPr lang="pl-PL" dirty="0"/>
          </a:p>
          <a:p>
            <a:r>
              <a:rPr lang="pl-PL" dirty="0" err="1"/>
              <a:t>Delegaty</a:t>
            </a:r>
            <a:r>
              <a:rPr lang="pl-PL" dirty="0"/>
              <a:t> niejawnie dziedziczą z klasy </a:t>
            </a:r>
            <a:r>
              <a:rPr lang="pl-PL" b="1" dirty="0" err="1"/>
              <a:t>System.Delegate</a:t>
            </a:r>
            <a:endParaRPr lang="pl-PL" dirty="0"/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DELEGATY</a:t>
            </a:r>
          </a:p>
        </p:txBody>
      </p:sp>
    </p:spTree>
    <p:extLst>
      <p:ext uri="{BB962C8B-B14F-4D97-AF65-F5344CB8AC3E}">
        <p14:creationId xmlns:p14="http://schemas.microsoft.com/office/powerpoint/2010/main" val="28919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/>
          <p:cNvSpPr>
            <a:spLocks noGrp="1"/>
          </p:cNvSpPr>
          <p:nvPr>
            <p:ph type="body" sz="quarter" idx="27"/>
          </p:nvPr>
        </p:nvSpPr>
        <p:spPr>
          <a:xfrm>
            <a:off x="457200" y="853640"/>
            <a:ext cx="8235950" cy="2486788"/>
          </a:xfrm>
        </p:spPr>
        <p:txBody>
          <a:bodyPr/>
          <a:lstStyle/>
          <a:p>
            <a:r>
              <a:rPr lang="pl-PL" dirty="0"/>
              <a:t>Typy generyczne pozwalają na opóźnienie w dostarczeniu specyfikacji typu danych w elementach takich jak klasy czy metody do momentu użycia ich w trakcie wykonywania programu. </a:t>
            </a:r>
          </a:p>
          <a:p>
            <a:endParaRPr lang="pl-PL" dirty="0"/>
          </a:p>
          <a:p>
            <a:r>
              <a:rPr lang="pl-PL" dirty="0"/>
              <a:t>W praktyce typy generyczne pozwalają na napisanie klasy lub metody, która może działać z każdym typem danych.</a:t>
            </a:r>
          </a:p>
        </p:txBody>
      </p:sp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TYPY GENERYCZNE</a:t>
            </a:r>
          </a:p>
        </p:txBody>
      </p:sp>
    </p:spTree>
    <p:extLst>
      <p:ext uri="{BB962C8B-B14F-4D97-AF65-F5344CB8AC3E}">
        <p14:creationId xmlns:p14="http://schemas.microsoft.com/office/powerpoint/2010/main" val="1114880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1085850" y="831242"/>
            <a:ext cx="5982566" cy="3128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750"/>
              </a:spcAft>
            </a:pPr>
            <a:r>
              <a:rPr lang="pl-PL" sz="2400" cap="all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</a:p>
          <a:p>
            <a:pPr>
              <a:lnSpc>
                <a:spcPct val="200000"/>
              </a:lnSpc>
              <a:spcAft>
                <a:spcPts val="750"/>
              </a:spcAft>
            </a:pPr>
            <a:r>
              <a:rPr lang="pl-PL" sz="135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Extensible</a:t>
            </a: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35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Markup</a:t>
            </a: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Language- – rozszerzalny język znaczników) </a:t>
            </a:r>
            <a:r>
              <a:rPr lang="pl-PL" sz="135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zosatł</a:t>
            </a: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zdefiniowany przez grupę roboczą XML-a w organizacji World </a:t>
            </a:r>
            <a:r>
              <a:rPr lang="pl-PL" sz="135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Wide</a:t>
            </a: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pl-PL" sz="135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Consortium</a:t>
            </a: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(W3C).</a:t>
            </a:r>
          </a:p>
          <a:p>
            <a:pPr>
              <a:lnSpc>
                <a:spcPct val="200000"/>
              </a:lnSpc>
              <a:spcAft>
                <a:spcPts val="750"/>
              </a:spcAft>
            </a:pP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Język XML podobnie jak HTML został stworzony do przesyłania informacji w Internecie.</a:t>
            </a:r>
          </a:p>
          <a:p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 co stworzono nowy dodatkowy język skoro istniał HTML?</a:t>
            </a:r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3637679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/>
          <p:cNvSpPr/>
          <p:nvPr/>
        </p:nvSpPr>
        <p:spPr>
          <a:xfrm>
            <a:off x="732559" y="948187"/>
            <a:ext cx="7715250" cy="3250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pl-PL" b="1" kern="0" cap="all" dirty="0">
                <a:solidFill>
                  <a:srgbClr val="7A7A7A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Powody stworzenia języka </a:t>
            </a:r>
            <a:r>
              <a:rPr lang="pl-PL" b="1" kern="0" cap="all" dirty="0" err="1">
                <a:solidFill>
                  <a:srgbClr val="7A7A7A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pl-PL" b="1" kern="0" cap="all" dirty="0">
                <a:solidFill>
                  <a:srgbClr val="7A7A7A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pl-PL" b="1" kern="0" cap="all" dirty="0">
                <a:solidFill>
                  <a:srgbClr val="7A7A7A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b="1" kern="0" cap="all" dirty="0">
                <a:solidFill>
                  <a:srgbClr val="7A7A7A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500" b="1" kern="0" cap="all" dirty="0">
                <a:solidFill>
                  <a:srgbClr val="BFBFBF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[złe cechy języka HTML]</a:t>
            </a:r>
            <a:endParaRPr lang="pl-PL" b="1" kern="0" cap="all" dirty="0">
              <a:solidFill>
                <a:srgbClr val="7A7A7A"/>
              </a:solidFill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342900" algn="l"/>
              </a:tabLst>
            </a:pP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Dokument nie zawierający typowych składników (nagłówków, akapitów, list tabel itp.). [Zmiana w HTML5]. HTML-owi brakuje na przykład elementów potrzebnych do oznaczenia notacji muzycznej lub równań matematycznych.</a:t>
            </a:r>
          </a:p>
          <a:p>
            <a:pPr marL="257175" indent="-257175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342900" algn="l"/>
              </a:tabLst>
            </a:pP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 danych np. katalog książek. Strony HTML możesz używać do przechowywania i wyświetlania informacji ze statycznej bazy danych (na przykład z listy z opisami książek). Jeśli jednak chciałbyś posortować, przefiltrować, odnaleźć lub opracować informacje inaczej, to każda informacja musiałaby zostać oznaczona.</a:t>
            </a:r>
          </a:p>
          <a:p>
            <a:pPr marL="257175" indent="-257175">
              <a:lnSpc>
                <a:spcPct val="120000"/>
              </a:lnSpc>
              <a:buFont typeface="Courier New" panose="02070309020205020404" pitchFamily="49" charset="0"/>
              <a:buChar char="o"/>
              <a:tabLst>
                <a:tab pos="342900" algn="l"/>
              </a:tabLst>
            </a:pPr>
            <a:r>
              <a:rPr lang="pl-PL" sz="135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Dokument, który chcesz uporządkować w hierarchiczną strukturę danych drzewa – powiedzmy, że piszemy książkę – chcemy pooznaczać jej strukturę: rozdziały, podrozdziały. HTML nie daje takich możliwości – nie wprowadza fizycznej struktury.</a:t>
            </a:r>
          </a:p>
        </p:txBody>
      </p:sp>
    </p:spTree>
    <p:extLst>
      <p:ext uri="{BB962C8B-B14F-4D97-AF65-F5344CB8AC3E}">
        <p14:creationId xmlns:p14="http://schemas.microsoft.com/office/powerpoint/2010/main" val="1615033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ole tekstowe 25"/>
          <p:cNvSpPr txBox="1"/>
          <p:nvPr/>
        </p:nvSpPr>
        <p:spPr>
          <a:xfrm>
            <a:off x="646834" y="452005"/>
            <a:ext cx="33900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350" dirty="0"/>
              <a:t>Budowa dokumentu XML</a:t>
            </a:r>
          </a:p>
        </p:txBody>
      </p:sp>
      <p:pic>
        <p:nvPicPr>
          <p:cNvPr id="27" name="Obraz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7" y="970251"/>
            <a:ext cx="3416141" cy="3105583"/>
          </a:xfrm>
          <a:prstGeom prst="rect">
            <a:avLst/>
          </a:prstGeom>
        </p:spPr>
      </p:pic>
      <p:sp>
        <p:nvSpPr>
          <p:cNvPr id="28" name="pole tekstowe 27"/>
          <p:cNvSpPr txBox="1"/>
          <p:nvPr/>
        </p:nvSpPr>
        <p:spPr>
          <a:xfrm>
            <a:off x="4473287" y="970250"/>
            <a:ext cx="4333009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AutoNum type="arabicPeriod"/>
            </a:pPr>
            <a:r>
              <a:rPr lang="pl-PL" sz="1350" dirty="0"/>
              <a:t>Deklaracje -  to znajdujące się w pliku danych informacje identyfikujące sam plik i inne powiązane z nim pliki.</a:t>
            </a:r>
          </a:p>
          <a:p>
            <a:pPr marL="257175" indent="-257175">
              <a:buAutoNum type="arabicPeriod"/>
            </a:pPr>
            <a:r>
              <a:rPr lang="pl-PL" sz="1350" dirty="0"/>
              <a:t>Element główny - </a:t>
            </a:r>
            <a:r>
              <a:rPr lang="pl-PL" sz="1350" dirty="0" err="1"/>
              <a:t>tag</a:t>
            </a:r>
            <a:r>
              <a:rPr lang="pl-PL" sz="1350" dirty="0"/>
              <a:t> zawierający wszystkie inne </a:t>
            </a:r>
            <a:r>
              <a:rPr lang="pl-PL" sz="1350" dirty="0" err="1"/>
              <a:t>tagi</a:t>
            </a:r>
            <a:r>
              <a:rPr lang="pl-PL" sz="1350" dirty="0"/>
              <a:t> </a:t>
            </a:r>
            <a:br>
              <a:rPr lang="pl-PL" sz="1350" dirty="0"/>
            </a:br>
            <a:r>
              <a:rPr lang="pl-PL" sz="1350" dirty="0"/>
              <a:t>i dane w każdym pojedynczym rekordzie.</a:t>
            </a:r>
          </a:p>
          <a:p>
            <a:pPr marL="257175" indent="-257175">
              <a:buAutoNum type="arabicPeriod"/>
            </a:pPr>
            <a:r>
              <a:rPr lang="pl-PL" sz="1350" dirty="0"/>
              <a:t>Atrybut - zawierają informacje o </a:t>
            </a:r>
            <a:r>
              <a:rPr lang="pl-PL" sz="1350" dirty="0" err="1"/>
              <a:t>tagach</a:t>
            </a:r>
            <a:r>
              <a:rPr lang="pl-PL" sz="1350" dirty="0"/>
              <a:t> i znajdujących się w nich danych. Typy informacji w atrybutach są zdefiniowane przez system XML dla każdego rodzaju </a:t>
            </a:r>
            <a:r>
              <a:rPr lang="pl-PL" sz="1350" dirty="0" err="1"/>
              <a:t>tagu</a:t>
            </a:r>
            <a:r>
              <a:rPr lang="pl-PL" sz="1350" dirty="0"/>
              <a:t>.</a:t>
            </a:r>
          </a:p>
          <a:p>
            <a:pPr marL="257175" indent="-257175">
              <a:buAutoNum type="arabicPeriod"/>
            </a:pPr>
            <a:r>
              <a:rPr lang="pl-PL" sz="1350" dirty="0" err="1"/>
              <a:t>Tagi</a:t>
            </a:r>
            <a:r>
              <a:rPr lang="pl-PL" sz="1350" dirty="0"/>
              <a:t> i dane – podstawowy składni pliku XML</a:t>
            </a:r>
          </a:p>
        </p:txBody>
      </p:sp>
    </p:spTree>
    <p:extLst>
      <p:ext uri="{BB962C8B-B14F-4D97-AF65-F5344CB8AC3E}">
        <p14:creationId xmlns:p14="http://schemas.microsoft.com/office/powerpoint/2010/main" val="518376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Dokumenty XML</a:t>
            </a:r>
          </a:p>
        </p:txBody>
      </p:sp>
      <p:pic>
        <p:nvPicPr>
          <p:cNvPr id="5" name="Symbol zastępczy obrazu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3" b="2499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92192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/>
          <p:cNvSpPr/>
          <p:nvPr/>
        </p:nvSpPr>
        <p:spPr>
          <a:xfrm>
            <a:off x="1226127" y="1456851"/>
            <a:ext cx="791787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latin typeface="TT5C1o00"/>
              </a:rPr>
              <a:t>Podstawowymi składnikami dokumentu XML są: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elementy</a:t>
            </a:r>
            <a:r>
              <a:rPr lang="pl-PL" sz="1350" dirty="0">
                <a:latin typeface="TT5C1o00"/>
              </a:rPr>
              <a:t>,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atrybuty</a:t>
            </a:r>
            <a:r>
              <a:rPr lang="pl-PL" sz="1350" dirty="0">
                <a:latin typeface="TT5C1o00"/>
              </a:rPr>
              <a:t>, które </a:t>
            </a:r>
            <a:r>
              <a:rPr lang="pl-PL" sz="1350" dirty="0" err="1">
                <a:latin typeface="TT5C1o00"/>
              </a:rPr>
              <a:t>sa</a:t>
            </a:r>
            <a:r>
              <a:rPr lang="pl-PL" sz="1350" dirty="0">
                <a:latin typeface="TT5C1o00"/>
              </a:rPr>
              <a:t> umieszczane w elementach, jako dodatkowe informacje.</a:t>
            </a:r>
          </a:p>
          <a:p>
            <a:r>
              <a:rPr lang="pl-PL" sz="1350" dirty="0">
                <a:latin typeface="TT5C1o00"/>
              </a:rPr>
              <a:t>Elementy </a:t>
            </a:r>
            <a:r>
              <a:rPr lang="pl-PL" sz="1350" dirty="0" err="1">
                <a:latin typeface="TT5C1o00"/>
              </a:rPr>
              <a:t>moga</a:t>
            </a:r>
            <a:r>
              <a:rPr lang="pl-PL" sz="1350" dirty="0">
                <a:latin typeface="TT5C1o00"/>
              </a:rPr>
              <a:t> </a:t>
            </a:r>
            <a:r>
              <a:rPr lang="pl-PL" sz="1350" dirty="0" err="1">
                <a:latin typeface="TT5C1o00"/>
              </a:rPr>
              <a:t>byc</a:t>
            </a:r>
            <a:r>
              <a:rPr lang="pl-PL" sz="1350" dirty="0">
                <a:latin typeface="TT5C1o00"/>
              </a:rPr>
              <a:t> przy tym: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nie puste </a:t>
            </a:r>
            <a:r>
              <a:rPr lang="pl-PL" sz="1350" dirty="0">
                <a:latin typeface="TT5C1o00"/>
              </a:rPr>
              <a:t>— posiadające treść,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puste </a:t>
            </a:r>
            <a:r>
              <a:rPr lang="pl-PL" sz="1350" dirty="0">
                <a:latin typeface="TT5C1o00"/>
              </a:rPr>
              <a:t>— bez treści.</a:t>
            </a:r>
          </a:p>
          <a:p>
            <a:r>
              <a:rPr lang="pl-PL" sz="1350" dirty="0">
                <a:latin typeface="TT5C1o00"/>
              </a:rPr>
              <a:t>Oprócz tego w dokumencie XML mona umieszczać: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deklaracje</a:t>
            </a:r>
            <a:r>
              <a:rPr lang="pl-PL" sz="1350" dirty="0">
                <a:latin typeface="TT5C1o00"/>
              </a:rPr>
              <a:t>,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instrukcje przetwarzania</a:t>
            </a:r>
            <a:r>
              <a:rPr lang="pl-PL" sz="1350" dirty="0">
                <a:latin typeface="TT5C1o00"/>
              </a:rPr>
              <a:t>,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200" dirty="0">
                <a:latin typeface="TT5CCo00"/>
              </a:rPr>
              <a:t> </a:t>
            </a:r>
            <a:r>
              <a:rPr lang="pl-PL" sz="1350" dirty="0">
                <a:latin typeface="TT5C8o00"/>
              </a:rPr>
              <a:t>jednostki</a:t>
            </a:r>
            <a:r>
              <a:rPr lang="pl-PL" sz="1350" dirty="0">
                <a:latin typeface="TT5C1o00"/>
              </a:rPr>
              <a:t>.</a:t>
            </a:r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1196890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 rotWithShape="1">
          <a:blip r:embed="rId2"/>
          <a:srcRect l="39654" t="37005" r="29872" b="16659"/>
          <a:stretch/>
        </p:blipFill>
        <p:spPr>
          <a:xfrm>
            <a:off x="2392508" y="1461493"/>
            <a:ext cx="4379768" cy="3579515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3023755" y="444211"/>
            <a:ext cx="293023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Dokument XML</a:t>
            </a:r>
          </a:p>
        </p:txBody>
      </p:sp>
    </p:spTree>
    <p:extLst>
      <p:ext uri="{BB962C8B-B14F-4D97-AF65-F5344CB8AC3E}">
        <p14:creationId xmlns:p14="http://schemas.microsoft.com/office/powerpoint/2010/main" val="32432573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41709" t="46392" r="29791" b="16745"/>
          <a:stretch/>
        </p:blipFill>
        <p:spPr>
          <a:xfrm>
            <a:off x="1870907" y="1149946"/>
            <a:ext cx="5318282" cy="3697412"/>
          </a:xfrm>
          <a:prstGeom prst="rect">
            <a:avLst/>
          </a:prstGeom>
        </p:spPr>
      </p:pic>
      <p:sp>
        <p:nvSpPr>
          <p:cNvPr id="3" name="pole tekstowe 2"/>
          <p:cNvSpPr txBox="1"/>
          <p:nvPr/>
        </p:nvSpPr>
        <p:spPr>
          <a:xfrm>
            <a:off x="2610717" y="413038"/>
            <a:ext cx="42316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Składowe elementu</a:t>
            </a:r>
          </a:p>
        </p:txBody>
      </p:sp>
    </p:spTree>
    <p:extLst>
      <p:ext uri="{BB962C8B-B14F-4D97-AF65-F5344CB8AC3E}">
        <p14:creationId xmlns:p14="http://schemas.microsoft.com/office/powerpoint/2010/main" val="4168221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37698" t="33636" r="25395" b="27610"/>
          <a:stretch/>
        </p:blipFill>
        <p:spPr>
          <a:xfrm>
            <a:off x="1498104" y="1465118"/>
            <a:ext cx="6275842" cy="3542093"/>
          </a:xfrm>
          <a:prstGeom prst="rect">
            <a:avLst/>
          </a:prstGeom>
        </p:spPr>
      </p:pic>
      <p:sp>
        <p:nvSpPr>
          <p:cNvPr id="3" name="pole tekstowe 2"/>
          <p:cNvSpPr txBox="1"/>
          <p:nvPr/>
        </p:nvSpPr>
        <p:spPr>
          <a:xfrm>
            <a:off x="2610717" y="413038"/>
            <a:ext cx="42316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Atrybut w elemencie</a:t>
            </a:r>
          </a:p>
        </p:txBody>
      </p:sp>
    </p:spTree>
    <p:extLst>
      <p:ext uri="{BB962C8B-B14F-4D97-AF65-F5344CB8AC3E}">
        <p14:creationId xmlns:p14="http://schemas.microsoft.com/office/powerpoint/2010/main" val="1796635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37558" t="33061" r="26233" b="22678"/>
          <a:stretch/>
        </p:blipFill>
        <p:spPr>
          <a:xfrm>
            <a:off x="1552293" y="969502"/>
            <a:ext cx="6108405" cy="4013423"/>
          </a:xfrm>
          <a:prstGeom prst="rect">
            <a:avLst/>
          </a:prstGeom>
        </p:spPr>
      </p:pic>
      <p:sp>
        <p:nvSpPr>
          <p:cNvPr id="3" name="pole tekstowe 2"/>
          <p:cNvSpPr txBox="1"/>
          <p:nvPr/>
        </p:nvSpPr>
        <p:spPr>
          <a:xfrm>
            <a:off x="1940502" y="389659"/>
            <a:ext cx="36861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Element pusty</a:t>
            </a:r>
          </a:p>
        </p:txBody>
      </p:sp>
    </p:spTree>
    <p:extLst>
      <p:ext uri="{BB962C8B-B14F-4D97-AF65-F5344CB8AC3E}">
        <p14:creationId xmlns:p14="http://schemas.microsoft.com/office/powerpoint/2010/main" val="19188674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32047" t="32235" r="41930" b="34778"/>
          <a:stretch/>
        </p:blipFill>
        <p:spPr>
          <a:xfrm>
            <a:off x="672932" y="1347859"/>
            <a:ext cx="4026771" cy="2743562"/>
          </a:xfrm>
          <a:prstGeom prst="rect">
            <a:avLst/>
          </a:prstGeom>
        </p:spPr>
      </p:pic>
      <p:pic>
        <p:nvPicPr>
          <p:cNvPr id="3" name="Obraz 2"/>
          <p:cNvPicPr>
            <a:picLocks noChangeAspect="1"/>
          </p:cNvPicPr>
          <p:nvPr/>
        </p:nvPicPr>
        <p:blipFill rotWithShape="1">
          <a:blip r:embed="rId3"/>
          <a:srcRect l="41535" t="42147" r="29930" b="28518"/>
          <a:stretch/>
        </p:blipFill>
        <p:spPr>
          <a:xfrm>
            <a:off x="4572987" y="1519852"/>
            <a:ext cx="4342595" cy="2399576"/>
          </a:xfrm>
          <a:prstGeom prst="rect">
            <a:avLst/>
          </a:prstGeom>
        </p:spPr>
      </p:pic>
      <p:sp>
        <p:nvSpPr>
          <p:cNvPr id="4" name="pole tekstowe 3"/>
          <p:cNvSpPr txBox="1"/>
          <p:nvPr/>
        </p:nvSpPr>
        <p:spPr>
          <a:xfrm>
            <a:off x="779318" y="296140"/>
            <a:ext cx="47694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Hierarchia elementów w dokumencie XML</a:t>
            </a:r>
          </a:p>
        </p:txBody>
      </p:sp>
    </p:spTree>
    <p:extLst>
      <p:ext uri="{BB962C8B-B14F-4D97-AF65-F5344CB8AC3E}">
        <p14:creationId xmlns:p14="http://schemas.microsoft.com/office/powerpoint/2010/main" val="39568756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1769053" y="2104959"/>
            <a:ext cx="5382491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pl-PL" sz="1200" dirty="0">
                <a:latin typeface="TT5C8o00"/>
              </a:rPr>
              <a:t>Zawartość elementowa </a:t>
            </a:r>
            <a:r>
              <a:rPr lang="pl-PL" sz="1200" dirty="0">
                <a:latin typeface="TT5C1o00"/>
              </a:rPr>
              <a:t>(</a:t>
            </a:r>
            <a:r>
              <a:rPr lang="pl-PL" sz="1200" dirty="0">
                <a:latin typeface="TT5CFo00"/>
              </a:rPr>
              <a:t>element </a:t>
            </a:r>
            <a:r>
              <a:rPr lang="pl-PL" sz="1200" dirty="0" err="1">
                <a:latin typeface="TT5CFo00"/>
              </a:rPr>
              <a:t>content</a:t>
            </a:r>
            <a:r>
              <a:rPr lang="pl-PL" sz="1200" dirty="0">
                <a:latin typeface="TT5C1o00"/>
              </a:rPr>
              <a:t>) — gdy pojemnik zawiera tylko i wyłącznie inne elementy</a:t>
            </a:r>
          </a:p>
          <a:p>
            <a:pPr marL="257175" indent="-257175">
              <a:buFont typeface="+mj-lt"/>
              <a:buAutoNum type="arabicPeriod"/>
            </a:pPr>
            <a:endParaRPr lang="pl-PL" sz="1050" dirty="0">
              <a:latin typeface="TT5C1o00"/>
            </a:endParaRPr>
          </a:p>
          <a:p>
            <a:pPr marL="257175" indent="-257175">
              <a:buFont typeface="+mj-lt"/>
              <a:buAutoNum type="arabicPeriod"/>
            </a:pPr>
            <a:r>
              <a:rPr lang="pl-PL" sz="1200" dirty="0">
                <a:latin typeface="TT5C1o00"/>
              </a:rPr>
              <a:t>Zawartość mieszana (</a:t>
            </a:r>
            <a:r>
              <a:rPr lang="pl-PL" sz="1200" dirty="0" err="1">
                <a:latin typeface="TT5C1o00"/>
              </a:rPr>
              <a:t>mixed</a:t>
            </a:r>
            <a:r>
              <a:rPr lang="pl-PL" sz="1200" dirty="0">
                <a:latin typeface="TT5C1o00"/>
              </a:rPr>
              <a:t> </a:t>
            </a:r>
            <a:r>
              <a:rPr lang="pl-PL" sz="1200" dirty="0" err="1">
                <a:latin typeface="TT5C1o00"/>
              </a:rPr>
              <a:t>content</a:t>
            </a:r>
            <a:r>
              <a:rPr lang="pl-PL" sz="1200" dirty="0">
                <a:latin typeface="TT5C1o00"/>
              </a:rPr>
              <a:t>) — gdy pojemnik zawiera zarówno tekst, jak i inne elementy</a:t>
            </a:r>
          </a:p>
          <a:p>
            <a:pPr marL="257175" indent="-257175">
              <a:buFont typeface="+mj-lt"/>
              <a:buAutoNum type="arabicPeriod"/>
            </a:pPr>
            <a:endParaRPr lang="pl-PL" sz="1200" dirty="0">
              <a:latin typeface="TT5C1o00"/>
            </a:endParaRPr>
          </a:p>
          <a:p>
            <a:pPr marL="257175" indent="-257175">
              <a:buFont typeface="+mj-lt"/>
              <a:buAutoNum type="arabicPeriod"/>
            </a:pPr>
            <a:r>
              <a:rPr lang="pl-PL" sz="1200" dirty="0">
                <a:latin typeface="TT5C1o00"/>
              </a:rPr>
              <a:t>Zawartość tekstowa (data </a:t>
            </a:r>
            <a:r>
              <a:rPr lang="pl-PL" sz="1200" dirty="0" err="1">
                <a:latin typeface="TT5C1o00"/>
              </a:rPr>
              <a:t>content</a:t>
            </a:r>
            <a:r>
              <a:rPr lang="pl-PL" sz="1200" dirty="0">
                <a:latin typeface="TT5C1o00"/>
              </a:rPr>
              <a:t>) — gdy pojemnik zawiera tylko i wyłącznie tekst</a:t>
            </a:r>
          </a:p>
        </p:txBody>
      </p:sp>
      <p:sp>
        <p:nvSpPr>
          <p:cNvPr id="3" name="pole tekstowe 2"/>
          <p:cNvSpPr txBox="1"/>
          <p:nvPr/>
        </p:nvSpPr>
        <p:spPr>
          <a:xfrm>
            <a:off x="1020907" y="592282"/>
            <a:ext cx="352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Zawartości dokumentu XML</a:t>
            </a:r>
          </a:p>
        </p:txBody>
      </p:sp>
    </p:spTree>
    <p:extLst>
      <p:ext uri="{BB962C8B-B14F-4D97-AF65-F5344CB8AC3E}">
        <p14:creationId xmlns:p14="http://schemas.microsoft.com/office/powerpoint/2010/main" val="1020506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42302" t="29946" r="31186" b="23196"/>
          <a:stretch/>
        </p:blipFill>
        <p:spPr>
          <a:xfrm>
            <a:off x="523775" y="458167"/>
            <a:ext cx="3030279" cy="2878765"/>
          </a:xfrm>
          <a:prstGeom prst="rect">
            <a:avLst/>
          </a:prstGeom>
        </p:spPr>
      </p:pic>
      <p:sp>
        <p:nvSpPr>
          <p:cNvPr id="3" name="pole tekstowe 2"/>
          <p:cNvSpPr txBox="1"/>
          <p:nvPr/>
        </p:nvSpPr>
        <p:spPr>
          <a:xfrm>
            <a:off x="4216112" y="374073"/>
            <a:ext cx="4769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Przetwarzanie dokumentów XML</a:t>
            </a:r>
          </a:p>
        </p:txBody>
      </p:sp>
      <p:sp>
        <p:nvSpPr>
          <p:cNvPr id="4" name="Prostokąt 3"/>
          <p:cNvSpPr/>
          <p:nvPr/>
        </p:nvSpPr>
        <p:spPr>
          <a:xfrm>
            <a:off x="3953741" y="2575184"/>
            <a:ext cx="4572000" cy="15465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1350" dirty="0">
                <a:latin typeface="TT5C1o00"/>
              </a:rPr>
              <a:t>Dokumenty XML mogą być czytane przez użytkowników w zwykłych edytorach tekstowych,</a:t>
            </a:r>
          </a:p>
          <a:p>
            <a:r>
              <a:rPr lang="pl-PL" sz="1350" dirty="0">
                <a:latin typeface="TT5C1o00"/>
              </a:rPr>
              <a:t>jednak najczęściej są one przetwarzane przez programy, zwane </a:t>
            </a:r>
            <a:r>
              <a:rPr lang="pl-PL" sz="1350" dirty="0" err="1">
                <a:latin typeface="TT5C8o00"/>
              </a:rPr>
              <a:t>parserami</a:t>
            </a:r>
            <a:r>
              <a:rPr lang="pl-PL" sz="1350" dirty="0">
                <a:latin typeface="TT5C1o00"/>
              </a:rPr>
              <a:t>.</a:t>
            </a:r>
          </a:p>
          <a:p>
            <a:r>
              <a:rPr lang="pl-PL" sz="1350" dirty="0">
                <a:latin typeface="TT5C1o00"/>
              </a:rPr>
              <a:t>Programy te powinny w pierwszej kolejności sprawdzić poprawność składniowa dokumentu,</a:t>
            </a:r>
          </a:p>
          <a:p>
            <a:r>
              <a:rPr lang="pl-PL" sz="1350" dirty="0">
                <a:latin typeface="TT5C1o00"/>
              </a:rPr>
              <a:t>tzn. stwierdzić czy jest on dobrze uformowany</a:t>
            </a:r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2377126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1335231" y="1233308"/>
            <a:ext cx="6286501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latin typeface="TT5C1o00"/>
              </a:rPr>
              <a:t>Mogą one wykorzystać informacje, zawarta w dokumencie, w jakimś specyficznym celu, np.:</a:t>
            </a:r>
          </a:p>
          <a:p>
            <a:endParaRPr lang="pl-PL" sz="1350" dirty="0">
              <a:latin typeface="TT5C1o0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dirty="0">
                <a:latin typeface="TT5C1o00"/>
              </a:rPr>
              <a:t>wyświetlić ja użytkownikowi w określonym formacie;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dirty="0">
                <a:latin typeface="TT5C1o00"/>
              </a:rPr>
              <a:t>zmienić postać informacji, np. przekształcając dokument XML na stronę w języku HTML;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dirty="0">
                <a:latin typeface="TT5C1o00"/>
              </a:rPr>
              <a:t>wygenerować nowy dokument XML i przekazać go innemu programowi;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dirty="0">
                <a:latin typeface="TT5C1o00"/>
              </a:rPr>
              <a:t>przetworzyć informacje do postaci zgodnej z określonym formatem bazy danych i zaktualizować bazę danych.</a:t>
            </a:r>
          </a:p>
          <a:p>
            <a:endParaRPr lang="pl-PL" sz="1350" dirty="0">
              <a:latin typeface="TT5C1o00"/>
            </a:endParaRPr>
          </a:p>
          <a:p>
            <a:r>
              <a:rPr lang="pl-PL" sz="1350" dirty="0">
                <a:latin typeface="TT5C1o00"/>
              </a:rPr>
              <a:t>Do dalszego przetwarzania dokumentu XML zwykle niezbędne są dodatkowe informacje, np. arkusze stylów, transformacje, definicje typu dokumentu DTD itd.</a:t>
            </a:r>
            <a:endParaRPr lang="pl-PL" sz="1350" dirty="0"/>
          </a:p>
          <a:p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9484305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 rotWithShape="1">
          <a:blip r:embed="rId2"/>
          <a:srcRect l="39954" t="24272" r="28930" b="37047"/>
          <a:stretch/>
        </p:blipFill>
        <p:spPr>
          <a:xfrm>
            <a:off x="1706162" y="1133851"/>
            <a:ext cx="5596049" cy="3739064"/>
          </a:xfrm>
          <a:prstGeom prst="rect">
            <a:avLst/>
          </a:prstGeom>
        </p:spPr>
      </p:pic>
      <p:sp>
        <p:nvSpPr>
          <p:cNvPr id="3" name="pole tekstowe 2"/>
          <p:cNvSpPr txBox="1"/>
          <p:nvPr/>
        </p:nvSpPr>
        <p:spPr>
          <a:xfrm>
            <a:off x="1098839" y="229842"/>
            <a:ext cx="7200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100" dirty="0"/>
              <a:t>Nośniki informacji w dokumencie XML</a:t>
            </a:r>
          </a:p>
        </p:txBody>
      </p:sp>
    </p:spTree>
    <p:extLst>
      <p:ext uri="{BB962C8B-B14F-4D97-AF65-F5344CB8AC3E}">
        <p14:creationId xmlns:p14="http://schemas.microsoft.com/office/powerpoint/2010/main" val="39431524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XML </a:t>
            </a:r>
            <a:r>
              <a:rPr lang="pl-PL" dirty="0" err="1"/>
              <a:t>Schema</a:t>
            </a:r>
            <a:endParaRPr lang="pl-PL" dirty="0"/>
          </a:p>
        </p:txBody>
      </p:sp>
      <p:pic>
        <p:nvPicPr>
          <p:cNvPr id="5" name="Symbol zastępczy obrazu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70" b="2597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296823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479002" y="336884"/>
            <a:ext cx="126509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135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XML </a:t>
            </a:r>
            <a:r>
              <a:rPr lang="pl-PL" sz="135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Schema</a:t>
            </a:r>
            <a:r>
              <a:rPr lang="pl-PL" sz="135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pl-PL" sz="1350" dirty="0"/>
          </a:p>
        </p:txBody>
      </p:sp>
      <p:sp>
        <p:nvSpPr>
          <p:cNvPr id="3" name="Prostokąt 2"/>
          <p:cNvSpPr/>
          <p:nvPr/>
        </p:nvSpPr>
        <p:spPr>
          <a:xfrm>
            <a:off x="2784764" y="336885"/>
            <a:ext cx="5000624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XML </a:t>
            </a:r>
            <a:r>
              <a:rPr lang="pl-PL" sz="135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Schema</a:t>
            </a:r>
            <a:r>
              <a:rPr lang="pl-PL" sz="135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służy do definiowania klas dokumentów XML, dlatego często stosuje się termin “instancja” określający dokument XML zgodny z danych schematem XML. </a:t>
            </a:r>
            <a:endParaRPr lang="pl-PL" sz="1350" dirty="0"/>
          </a:p>
        </p:txBody>
      </p:sp>
      <p:sp>
        <p:nvSpPr>
          <p:cNvPr id="6" name="pole tekstowe 5">
            <a:hlinkClick r:id="rId2" action="ppaction://hlinkfile"/>
          </p:cNvPr>
          <p:cNvSpPr txBox="1"/>
          <p:nvPr/>
        </p:nvSpPr>
        <p:spPr>
          <a:xfrm>
            <a:off x="911802" y="4262870"/>
            <a:ext cx="2945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rgbClr val="C00000"/>
                </a:solidFill>
              </a:rPr>
              <a:t>DOKUMENT – XML SCHEMA</a:t>
            </a:r>
          </a:p>
        </p:txBody>
      </p:sp>
    </p:spTree>
    <p:extLst>
      <p:ext uri="{BB962C8B-B14F-4D97-AF65-F5344CB8AC3E}">
        <p14:creationId xmlns:p14="http://schemas.microsoft.com/office/powerpoint/2010/main" val="4274375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631249" y="249382"/>
            <a:ext cx="29458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350" dirty="0"/>
              <a:t>Typy proste i typy złożone</a:t>
            </a: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70" y="249382"/>
            <a:ext cx="4122593" cy="469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539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444211" y="355759"/>
            <a:ext cx="82919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b="1" dirty="0">
                <a:latin typeface="Verdana" panose="020B0604030504040204" pitchFamily="34" charset="0"/>
              </a:rPr>
              <a:t>Aspekty</a:t>
            </a:r>
            <a:r>
              <a:rPr lang="pl-PL" sz="1350" dirty="0">
                <a:latin typeface="Verdana" panose="020B0604030504040204" pitchFamily="34" charset="0"/>
              </a:rPr>
              <a:t> - określają dopuszczalne wartości elementów i atrybutów. </a:t>
            </a:r>
            <a:br>
              <a:rPr lang="pl-PL" sz="1350" dirty="0"/>
            </a:br>
            <a:r>
              <a:rPr lang="pl-PL" sz="1350" dirty="0">
                <a:latin typeface="Verdana" panose="020B0604030504040204" pitchFamily="34" charset="0"/>
              </a:rPr>
              <a:t>W XML </a:t>
            </a:r>
            <a:r>
              <a:rPr lang="pl-PL" sz="1350" dirty="0" err="1">
                <a:latin typeface="Verdana" panose="020B0604030504040204" pitchFamily="34" charset="0"/>
              </a:rPr>
              <a:t>Schema</a:t>
            </a:r>
            <a:r>
              <a:rPr lang="pl-PL" sz="1350" dirty="0">
                <a:latin typeface="Verdana" panose="020B0604030504040204" pitchFamily="34" charset="0"/>
              </a:rPr>
              <a:t> wyróżniamy następujące aspekty:</a:t>
            </a:r>
          </a:p>
          <a:p>
            <a:pPr>
              <a:buFont typeface="Arial" panose="020B0604020202020204" pitchFamily="34" charset="0"/>
              <a:buChar char="•"/>
            </a:pPr>
            <a:endParaRPr lang="pl-PL" sz="1350" dirty="0">
              <a:latin typeface="Verdana" panose="020B060403050404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length</a:t>
            </a:r>
            <a:r>
              <a:rPr lang="pl-PL" sz="1350" dirty="0">
                <a:latin typeface="Verdana" panose="020B0604030504040204" pitchFamily="34" charset="0"/>
              </a:rPr>
              <a:t> - długość (dopuszczalna liczba znaków)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minLength</a:t>
            </a:r>
            <a:r>
              <a:rPr lang="pl-PL" sz="1350" dirty="0">
                <a:latin typeface="Verdana" panose="020B0604030504040204" pitchFamily="34" charset="0"/>
              </a:rPr>
              <a:t> - minimalna długość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maxLength</a:t>
            </a:r>
            <a:r>
              <a:rPr lang="pl-PL" sz="1350" dirty="0">
                <a:latin typeface="Verdana" panose="020B0604030504040204" pitchFamily="34" charset="0"/>
              </a:rPr>
              <a:t> - maksymalna długość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maxInclusive</a:t>
            </a:r>
            <a:r>
              <a:rPr lang="pl-PL" sz="1350" b="1" dirty="0">
                <a:latin typeface="Verdana" panose="020B0604030504040204" pitchFamily="34" charset="0"/>
              </a:rPr>
              <a:t>, </a:t>
            </a:r>
            <a:r>
              <a:rPr lang="pl-PL" sz="1350" b="1" dirty="0" err="1">
                <a:latin typeface="Verdana" panose="020B0604030504040204" pitchFamily="34" charset="0"/>
              </a:rPr>
              <a:t>maxExclusive</a:t>
            </a:r>
            <a:r>
              <a:rPr lang="pl-PL" sz="1350" dirty="0">
                <a:latin typeface="Verdana" panose="020B0604030504040204" pitchFamily="34" charset="0"/>
              </a:rPr>
              <a:t> - górna granica dopuszczalnych wartości liczbowych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minInclusive</a:t>
            </a:r>
            <a:r>
              <a:rPr lang="pl-PL" sz="1350" b="1" dirty="0">
                <a:latin typeface="Verdana" panose="020B0604030504040204" pitchFamily="34" charset="0"/>
              </a:rPr>
              <a:t>, </a:t>
            </a:r>
            <a:r>
              <a:rPr lang="pl-PL" sz="1350" b="1" dirty="0" err="1">
                <a:latin typeface="Verdana" panose="020B0604030504040204" pitchFamily="34" charset="0"/>
              </a:rPr>
              <a:t>minExclusive</a:t>
            </a:r>
            <a:r>
              <a:rPr lang="pl-PL" sz="1350" dirty="0">
                <a:latin typeface="Verdana" panose="020B0604030504040204" pitchFamily="34" charset="0"/>
              </a:rPr>
              <a:t> - dolna granica dopuszczalnych wartości liczbowych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totalDigits</a:t>
            </a:r>
            <a:r>
              <a:rPr lang="pl-PL" sz="1350" dirty="0">
                <a:latin typeface="Verdana" panose="020B0604030504040204" pitchFamily="34" charset="0"/>
              </a:rPr>
              <a:t> - maksymalna liczba cyfr w liczbie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fractionDigits</a:t>
            </a:r>
            <a:r>
              <a:rPr lang="pl-PL" sz="1350" dirty="0">
                <a:latin typeface="Verdana" panose="020B0604030504040204" pitchFamily="34" charset="0"/>
              </a:rPr>
              <a:t> - liczba miejsc po przecinku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pattern</a:t>
            </a:r>
            <a:r>
              <a:rPr lang="pl-PL" sz="1350" dirty="0">
                <a:latin typeface="Verdana" panose="020B0604030504040204" pitchFamily="34" charset="0"/>
              </a:rPr>
              <a:t> - umożliwia określenie dokładnego wzorca wartości elementu lub atrybutu (walidacja)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enumeration</a:t>
            </a:r>
            <a:r>
              <a:rPr lang="pl-PL" sz="1350" dirty="0">
                <a:latin typeface="Verdana" panose="020B0604030504040204" pitchFamily="34" charset="0"/>
              </a:rPr>
              <a:t> - określa wartość dozwoloną w danym typie danych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pl-PL" sz="1350" b="1" dirty="0" err="1">
                <a:latin typeface="Verdana" panose="020B0604030504040204" pitchFamily="34" charset="0"/>
              </a:rPr>
              <a:t>whiteSpace</a:t>
            </a:r>
            <a:r>
              <a:rPr lang="pl-PL" sz="1350" dirty="0">
                <a:latin typeface="Verdana" panose="020B0604030504040204" pitchFamily="34" charset="0"/>
              </a:rPr>
              <a:t> - określa białe znaki (np. spacje, tabulacje); dopuszczalne wartości to: </a:t>
            </a:r>
            <a:r>
              <a:rPr lang="pl-PL" sz="1350" i="1" dirty="0" err="1">
                <a:latin typeface="Verdana" panose="020B0604030504040204" pitchFamily="34" charset="0"/>
              </a:rPr>
              <a:t>preserve</a:t>
            </a:r>
            <a:r>
              <a:rPr lang="pl-PL" sz="1350" dirty="0">
                <a:latin typeface="Verdana" panose="020B0604030504040204" pitchFamily="34" charset="0"/>
              </a:rPr>
              <a:t> - domyślnie -&gt;bez, </a:t>
            </a:r>
            <a:r>
              <a:rPr lang="pl-PL" sz="1350" i="1" dirty="0" err="1">
                <a:latin typeface="Verdana" panose="020B0604030504040204" pitchFamily="34" charset="0"/>
              </a:rPr>
              <a:t>replace</a:t>
            </a:r>
            <a:r>
              <a:rPr lang="pl-PL" sz="1350" dirty="0">
                <a:latin typeface="Verdana" panose="020B0604030504040204" pitchFamily="34" charset="0"/>
              </a:rPr>
              <a:t> - zamienia białe znaki na spacje, </a:t>
            </a:r>
            <a:r>
              <a:rPr lang="pl-PL" sz="1350" i="1" dirty="0" err="1">
                <a:latin typeface="Verdana" panose="020B0604030504040204" pitchFamily="34" charset="0"/>
              </a:rPr>
              <a:t>collapse</a:t>
            </a:r>
            <a:r>
              <a:rPr lang="pl-PL" sz="1350" dirty="0">
                <a:latin typeface="Verdana" panose="020B0604030504040204" pitchFamily="34" charset="0"/>
              </a:rPr>
              <a:t> - ciągi spacji zamieniane są na pojedyncze spacje</a:t>
            </a:r>
          </a:p>
        </p:txBody>
      </p:sp>
    </p:spTree>
    <p:extLst>
      <p:ext uri="{BB962C8B-B14F-4D97-AF65-F5344CB8AC3E}">
        <p14:creationId xmlns:p14="http://schemas.microsoft.com/office/powerpoint/2010/main" val="1686342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45498" y="259263"/>
            <a:ext cx="4572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&lt;?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version="1.0" ?&gt;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xmlns:xsd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="http://www.w3.org/2001/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 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name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imie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base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xsd:string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xsd:length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="15"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endParaRPr lang="pl-PL" sz="13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4444712" y="1196802"/>
            <a:ext cx="4572000" cy="7155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W powyższym przykładzie zdefiniowany jest typ prosty o nazwie </a:t>
            </a:r>
            <a:r>
              <a:rPr lang="pl-PL" sz="1350" i="1" dirty="0" err="1">
                <a:solidFill>
                  <a:srgbClr val="C4C6C4"/>
                </a:solidFill>
                <a:latin typeface="Verdana" panose="020B0604030504040204" pitchFamily="34" charset="0"/>
              </a:rPr>
              <a:t>imie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, z dopuszczalną liczbą znaków: 15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length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="15"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).</a:t>
            </a:r>
            <a:endParaRPr lang="pl-PL" sz="1350" dirty="0"/>
          </a:p>
        </p:txBody>
      </p:sp>
      <p:sp>
        <p:nvSpPr>
          <p:cNvPr id="4" name="Prostokąt 3"/>
          <p:cNvSpPr/>
          <p:nvPr/>
        </p:nvSpPr>
        <p:spPr>
          <a:xfrm>
            <a:off x="4507057" y="2403337"/>
            <a:ext cx="4572000" cy="23775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&lt;?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version="1.0" ?&gt;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xmlns:xsd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="http://www.w3.org/2001/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 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name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="nazwisko"&gt;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base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xsd:string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xsd:minLength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="3"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fixed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true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xsd:maxLength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="30"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</a:p>
        </p:txBody>
      </p:sp>
      <p:sp>
        <p:nvSpPr>
          <p:cNvPr id="5" name="Prostokąt 4"/>
          <p:cNvSpPr/>
          <p:nvPr/>
        </p:nvSpPr>
        <p:spPr>
          <a:xfrm>
            <a:off x="244187" y="2922711"/>
            <a:ext cx="4572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W przykładzie zdefiniowany jest typ prosty o nazwie </a:t>
            </a:r>
            <a:r>
              <a:rPr lang="pl-PL" sz="1350" i="1" dirty="0">
                <a:solidFill>
                  <a:srgbClr val="C4C6C4"/>
                </a:solidFill>
                <a:latin typeface="Verdana" panose="020B0604030504040204" pitchFamily="34" charset="0"/>
              </a:rPr>
              <a:t>nazwisko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 z minimalną liczbą znaków: 3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minLength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="3"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), której nie można zmienić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fixed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="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true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"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 oraz z maksymalną długością </a:t>
            </a:r>
          </a:p>
          <a:p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- do 30 znaków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maxLength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="30"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).</a:t>
            </a:r>
            <a:br>
              <a:rPr lang="pl-PL" sz="1350" dirty="0"/>
            </a:br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2014584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174048" y="0"/>
            <a:ext cx="486034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&lt;?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version="1.0" ?&gt;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xmlns:xsd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="http://www.w3.org/2001/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 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name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liczba_zmiennoprzecinkowa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base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decimal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xsd:totalDigits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="7"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xsd:fractionDigits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="2"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fixed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true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endParaRPr lang="pl-PL" sz="13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Prostokąt 2"/>
          <p:cNvSpPr/>
          <p:nvPr/>
        </p:nvSpPr>
        <p:spPr>
          <a:xfrm>
            <a:off x="4938280" y="851442"/>
            <a:ext cx="4140777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W przykładzie zdefiniowany jest typ prosty o nazwie </a:t>
            </a:r>
            <a:r>
              <a:rPr lang="pl-PL" sz="1350" i="1" dirty="0" err="1">
                <a:solidFill>
                  <a:srgbClr val="C4C6C4"/>
                </a:solidFill>
                <a:latin typeface="Verdana" panose="020B0604030504040204" pitchFamily="34" charset="0"/>
              </a:rPr>
              <a:t>liczba_zmiennoprzecinkowa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 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decimal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). Maksymalna liczba cyfr: 7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totalDigits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=7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), liczba miejsc po przecinku: 2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fractionDigits</a:t>
            </a:r>
            <a:r>
              <a:rPr lang="pl-PL" sz="1350" b="1" dirty="0">
                <a:solidFill>
                  <a:srgbClr val="C4C6C4"/>
                </a:solidFill>
                <a:latin typeface="Verdana" panose="020B0604030504040204" pitchFamily="34" charset="0"/>
              </a:rPr>
              <a:t>=2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).</a:t>
            </a:r>
            <a:endParaRPr lang="pl-PL" sz="1350" dirty="0"/>
          </a:p>
        </p:txBody>
      </p:sp>
      <p:sp>
        <p:nvSpPr>
          <p:cNvPr id="5" name="Prostokąt 4"/>
          <p:cNvSpPr/>
          <p:nvPr/>
        </p:nvSpPr>
        <p:spPr>
          <a:xfrm>
            <a:off x="4218709" y="2415412"/>
            <a:ext cx="4860347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&lt;?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version="1.0" ?&gt;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xmlns:xsd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="http://www.w3.org/2001/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XMLSchema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 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plec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base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xsd:string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"&gt;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xsd:enumeration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="mężczyzna" /&gt;</a:t>
            </a:r>
            <a:b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</a:b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xsd:enumeration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pl-PL" sz="1350" b="1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value</a:t>
            </a:r>
            <a:r>
              <a:rPr lang="pl-PL" sz="1350" b="1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="kobieta" /&gt;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xsd:restriction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br>
              <a:rPr lang="pl-PL" sz="135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&lt;/</a:t>
            </a:r>
            <a:r>
              <a:rPr lang="pl-PL" sz="1350" dirty="0" err="1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xsd:simpleType</a:t>
            </a:r>
            <a:r>
              <a:rPr lang="pl-PL" sz="135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</a:rPr>
              <a:t>&gt;</a:t>
            </a:r>
            <a:endParaRPr lang="pl-PL" sz="13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Prostokąt 5"/>
          <p:cNvSpPr/>
          <p:nvPr/>
        </p:nvSpPr>
        <p:spPr>
          <a:xfrm>
            <a:off x="228600" y="3020406"/>
            <a:ext cx="36601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W przykładzie zastosowane jest wyliczenie (</a:t>
            </a:r>
            <a:r>
              <a:rPr lang="pl-PL" sz="1350" b="1" dirty="0" err="1">
                <a:solidFill>
                  <a:srgbClr val="C4C6C4"/>
                </a:solidFill>
                <a:latin typeface="Verdana" panose="020B0604030504040204" pitchFamily="34" charset="0"/>
              </a:rPr>
              <a:t>enumeration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). Typ </a:t>
            </a:r>
            <a:r>
              <a:rPr lang="pl-PL" sz="1350" i="1" dirty="0" err="1">
                <a:solidFill>
                  <a:srgbClr val="C4C6C4"/>
                </a:solidFill>
                <a:latin typeface="Verdana" panose="020B0604030504040204" pitchFamily="34" charset="0"/>
              </a:rPr>
              <a:t>plec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 może przybierać jedną z dwóch </a:t>
            </a:r>
            <a:r>
              <a:rPr lang="pl-PL" sz="1350" dirty="0" err="1">
                <a:solidFill>
                  <a:srgbClr val="C4C6C4"/>
                </a:solidFill>
                <a:latin typeface="Verdana" panose="020B0604030504040204" pitchFamily="34" charset="0"/>
              </a:rPr>
              <a:t>wartości:</a:t>
            </a:r>
            <a:r>
              <a:rPr lang="pl-PL" sz="1350" i="1" dirty="0" err="1">
                <a:solidFill>
                  <a:srgbClr val="C4C6C4"/>
                </a:solidFill>
                <a:latin typeface="Verdana" panose="020B0604030504040204" pitchFamily="34" charset="0"/>
              </a:rPr>
              <a:t>mężczyzna</a:t>
            </a:r>
            <a:r>
              <a:rPr lang="pl-PL" sz="1350" i="1" dirty="0">
                <a:solidFill>
                  <a:srgbClr val="C4C6C4"/>
                </a:solidFill>
                <a:latin typeface="Verdana" panose="020B0604030504040204" pitchFamily="34" charset="0"/>
              </a:rPr>
              <a:t> 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lub </a:t>
            </a:r>
            <a:r>
              <a:rPr lang="pl-PL" sz="1350" i="1" dirty="0">
                <a:solidFill>
                  <a:srgbClr val="C4C6C4"/>
                </a:solidFill>
                <a:latin typeface="Verdana" panose="020B0604030504040204" pitchFamily="34" charset="0"/>
              </a:rPr>
              <a:t>kobieta</a:t>
            </a:r>
            <a:r>
              <a:rPr lang="pl-PL" sz="1350" dirty="0">
                <a:solidFill>
                  <a:srgbClr val="C4C6C4"/>
                </a:solidFill>
                <a:latin typeface="Verdana" panose="020B0604030504040204" pitchFamily="34" charset="0"/>
              </a:rPr>
              <a:t>.</a:t>
            </a:r>
            <a:endParaRPr lang="pl-PL" sz="1350" dirty="0"/>
          </a:p>
        </p:txBody>
      </p:sp>
    </p:spTree>
    <p:extLst>
      <p:ext uri="{BB962C8B-B14F-4D97-AF65-F5344CB8AC3E}">
        <p14:creationId xmlns:p14="http://schemas.microsoft.com/office/powerpoint/2010/main" val="2897239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tuł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DZIĘKUJEMY</a:t>
            </a:r>
            <a:endParaRPr lang="en-GB" dirty="0"/>
          </a:p>
        </p:txBody>
      </p:sp>
      <p:sp>
        <p:nvSpPr>
          <p:cNvPr id="7" name="Podtytuł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Centrum Szkoleniowe</a:t>
            </a:r>
          </a:p>
          <a:p>
            <a:r>
              <a:rPr lang="pl-PL" dirty="0"/>
              <a:t>ul. Prof. </a:t>
            </a:r>
            <a:r>
              <a:rPr lang="pl-PL" dirty="0" err="1"/>
              <a:t>M.Życzkowskiego</a:t>
            </a:r>
            <a:r>
              <a:rPr lang="pl-PL" dirty="0"/>
              <a:t> 23</a:t>
            </a:r>
          </a:p>
          <a:p>
            <a:r>
              <a:rPr lang="pl-PL" dirty="0"/>
              <a:t>31-864 Kraków </a:t>
            </a:r>
          </a:p>
          <a:p>
            <a:r>
              <a:rPr lang="pl-PL" dirty="0"/>
              <a:t>Tel. +48 (12) 687 78 11</a:t>
            </a:r>
          </a:p>
          <a:p>
            <a:r>
              <a:rPr lang="pl-PL" dirty="0"/>
              <a:t>E-Mail: </a:t>
            </a:r>
            <a:r>
              <a:rPr lang="pl-PL" dirty="0">
                <a:hlinkClick r:id="rId4"/>
              </a:rPr>
              <a:t>mail.szkolenia@comarch.pl</a:t>
            </a:r>
            <a:r>
              <a:rPr lang="pl-PL" dirty="0"/>
              <a:t> </a:t>
            </a:r>
          </a:p>
          <a:p>
            <a:r>
              <a:rPr lang="pl-PL" dirty="0"/>
              <a:t>www.szkolenia.comarch.pl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arch_potx_big_v3_poprawki">
  <a:themeElements>
    <a:clrScheme name="Comarch">
      <a:dk1>
        <a:srgbClr val="26437E"/>
      </a:dk1>
      <a:lt1>
        <a:sysClr val="window" lastClr="FFFFFF"/>
      </a:lt1>
      <a:dk2>
        <a:srgbClr val="009DE0"/>
      </a:dk2>
      <a:lt2>
        <a:srgbClr val="F2F2F2"/>
      </a:lt2>
      <a:accent1>
        <a:srgbClr val="26437E"/>
      </a:accent1>
      <a:accent2>
        <a:srgbClr val="009DE0"/>
      </a:accent2>
      <a:accent3>
        <a:srgbClr val="20BBA5"/>
      </a:accent3>
      <a:accent4>
        <a:srgbClr val="73B42D"/>
      </a:accent4>
      <a:accent5>
        <a:srgbClr val="0076B1"/>
      </a:accent5>
      <a:accent6>
        <a:srgbClr val="00A767"/>
      </a:accent6>
      <a:hlink>
        <a:srgbClr val="1FBBA5"/>
      </a:hlink>
      <a:folHlink>
        <a:srgbClr val="7AD2C6"/>
      </a:folHlink>
    </a:clrScheme>
    <a:fontScheme name="Office — klasyczny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lIns="72000" rIns="7200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3854</Words>
  <Application>Microsoft Office PowerPoint</Application>
  <PresentationFormat>Pokaz na ekranie (16:9)</PresentationFormat>
  <Paragraphs>447</Paragraphs>
  <Slides>53</Slides>
  <Notes>2</Notes>
  <HiddenSlides>0</HiddenSlides>
  <MMClips>0</MMClips>
  <ScaleCrop>false</ScaleCrop>
  <HeadingPairs>
    <vt:vector size="8" baseType="variant">
      <vt:variant>
        <vt:lpstr>Używane czcionki</vt:lpstr>
      </vt:variant>
      <vt:variant>
        <vt:i4>11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53</vt:i4>
      </vt:variant>
    </vt:vector>
  </HeadingPairs>
  <TitlesOfParts>
    <vt:vector size="66" baseType="lpstr">
      <vt:lpstr>Arial</vt:lpstr>
      <vt:lpstr>Arial Black</vt:lpstr>
      <vt:lpstr>Calibri</vt:lpstr>
      <vt:lpstr>Courier New</vt:lpstr>
      <vt:lpstr>Trebuchet MS</vt:lpstr>
      <vt:lpstr>TT5C1o00</vt:lpstr>
      <vt:lpstr>TT5C8o00</vt:lpstr>
      <vt:lpstr>TT5CCo00</vt:lpstr>
      <vt:lpstr>TT5CFo00</vt:lpstr>
      <vt:lpstr>Verdana</vt:lpstr>
      <vt:lpstr>Wingdings</vt:lpstr>
      <vt:lpstr>Comarch_potx_big_v3_poprawki</vt:lpstr>
      <vt:lpstr>Obraz - mapa bitowa</vt:lpstr>
      <vt:lpstr>CENTRUM SZKOLENIOWE COMARCH</vt:lpstr>
      <vt:lpstr>Centrum Szkoleniowe Comarch</vt:lpstr>
      <vt:lpstr>SESJA 1 – 180 minut</vt:lpstr>
      <vt:lpstr>SESJA 2 – 180 minut</vt:lpstr>
      <vt:lpstr>SESJA 3 – 180 minut</vt:lpstr>
      <vt:lpstr>SESJA 4 – 180 minut</vt:lpstr>
      <vt:lpstr>SESJA 5 – 180 minut</vt:lpstr>
      <vt:lpstr>SESJA 6 – 180 minut</vt:lpstr>
      <vt:lpstr>TERMINOLOGIA ASP.NET</vt:lpstr>
      <vt:lpstr>Architektura aplikacji .NET</vt:lpstr>
      <vt:lpstr>Struktura programu ASP.NET Web (warstwy)</vt:lpstr>
      <vt:lpstr>Kompilacja</vt:lpstr>
      <vt:lpstr>Prezentacja programu PowerPoint</vt:lpstr>
      <vt:lpstr>Zaawansowane metody programowania C# - Typy i zmienne</vt:lpstr>
      <vt:lpstr>Język C# Podstawowe informacje na temat typów</vt:lpstr>
      <vt:lpstr>Typy proste C#</vt:lpstr>
      <vt:lpstr>Język C# Tablice i typy dopuszczające wartość pustą</vt:lpstr>
      <vt:lpstr>Język C# Wyrażenia i operatory</vt:lpstr>
      <vt:lpstr>Język C# Operatory - Kategoria: Podstawowe </vt:lpstr>
      <vt:lpstr>Język C# Operatory </vt:lpstr>
      <vt:lpstr>Język C# Operatory </vt:lpstr>
      <vt:lpstr>Język C# Operatory</vt:lpstr>
      <vt:lpstr>Język C# Operatory </vt:lpstr>
      <vt:lpstr>Język C# Instrukcje</vt:lpstr>
      <vt:lpstr>Język C# Instrukcje, c.d.</vt:lpstr>
      <vt:lpstr>Język C# - klasa Main</vt:lpstr>
      <vt:lpstr>Metoda i jej wywołanie</vt:lpstr>
      <vt:lpstr>INTERFACE</vt:lpstr>
      <vt:lpstr>Paradygmaty programowania obiektowego</vt:lpstr>
      <vt:lpstr>Paradygmaty programowania obiektowego</vt:lpstr>
      <vt:lpstr>DELEGATY</vt:lpstr>
      <vt:lpstr>TYPY GENERYCZNE</vt:lpstr>
      <vt:lpstr>Prezentacja programu PowerPoint</vt:lpstr>
      <vt:lpstr>Prezentacja programu PowerPoint</vt:lpstr>
      <vt:lpstr>Prezentacja programu PowerPoint</vt:lpstr>
      <vt:lpstr>Dokumenty XML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XML Schema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DZIĘKUJEMY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CENTRUM SZKOLENIOWE COMARCH</dc:title>
  <dc:creator>Marcin Albiniak</dc:creator>
  <cp:lastModifiedBy>Marcin Albiniak</cp:lastModifiedBy>
  <cp:revision>10</cp:revision>
  <dcterms:created xsi:type="dcterms:W3CDTF">2020-05-19T05:29:08Z</dcterms:created>
  <dcterms:modified xsi:type="dcterms:W3CDTF">2020-05-27T11:24:56Z</dcterms:modified>
</cp:coreProperties>
</file>